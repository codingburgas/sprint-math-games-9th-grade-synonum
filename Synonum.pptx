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0" r:id="rId4"/>
    <p:sldId id="261" r:id="rId5"/>
    <p:sldId id="263" r:id="rId6"/>
    <p:sldId id="264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569C"/>
    <a:srgbClr val="FBB831"/>
    <a:srgbClr val="FB8569"/>
    <a:srgbClr val="8225E2"/>
    <a:srgbClr val="9C27B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d1d11c1e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d1d11c1e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e8b782381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e8b782381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a1b6e560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a1b6e560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e8b782381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e8b782381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17025" y="1280400"/>
            <a:ext cx="34365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5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17025" y="3445200"/>
            <a:ext cx="39453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5005091" y="505536"/>
            <a:ext cx="3473592" cy="31317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 err="1">
                <a:solidFill>
                  <a:srgbClr val="FB569C"/>
                </a:solidFill>
                <a:latin typeface="Amasis MT Pro Medium" panose="02040604050005020304" pitchFamily="18" charset="0"/>
              </a:rPr>
              <a:t>Synonum</a:t>
            </a:r>
            <a:br>
              <a:rPr lang="en-US" u="sng" dirty="0">
                <a:solidFill>
                  <a:srgbClr val="FB569C"/>
                </a:solidFill>
                <a:latin typeface="Amasis MT Pro Medium" panose="02040604050005020304" pitchFamily="18" charset="0"/>
              </a:rPr>
            </a:br>
            <a:r>
              <a:rPr lang="en-US" sz="2000" u="sng" dirty="0">
                <a:solidFill>
                  <a:srgbClr val="FB569C"/>
                </a:solidFill>
                <a:latin typeface="Amasis MT Pro Medium" panose="02040604050005020304" pitchFamily="18" charset="0"/>
              </a:rPr>
              <a:t>&lt;game&gt;</a:t>
            </a:r>
            <a:endParaRPr u="sng" dirty="0">
              <a:solidFill>
                <a:srgbClr val="FB569C"/>
              </a:solidFill>
              <a:latin typeface="Amasis MT Pro Medium" panose="02040604050005020304" pitchFamily="18" charset="0"/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 rot="1578645" flipH="1">
            <a:off x="2731727" y="1134112"/>
            <a:ext cx="1566930" cy="1715068"/>
            <a:chOff x="4718425" y="934625"/>
            <a:chExt cx="1467100" cy="1605800"/>
          </a:xfrm>
        </p:grpSpPr>
        <p:cxnSp>
          <p:nvCxnSpPr>
            <p:cNvPr id="58" name="Google Shape;58;p15"/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Google Shape;59;p15"/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0" name="Google Shape;60;p15"/>
          <p:cNvGrpSpPr/>
          <p:nvPr/>
        </p:nvGrpSpPr>
        <p:grpSpPr>
          <a:xfrm rot="1578645" flipH="1">
            <a:off x="1209287" y="2129531"/>
            <a:ext cx="883060" cy="1781848"/>
            <a:chOff x="6176375" y="2540550"/>
            <a:chExt cx="826800" cy="1668325"/>
          </a:xfrm>
        </p:grpSpPr>
        <p:cxnSp>
          <p:nvCxnSpPr>
            <p:cNvPr id="61" name="Google Shape;61;p15"/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2" name="Google Shape;62;p15"/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3" name="Google Shape;63;p15"/>
          <p:cNvGrpSpPr/>
          <p:nvPr/>
        </p:nvGrpSpPr>
        <p:grpSpPr>
          <a:xfrm rot="1578645" flipH="1">
            <a:off x="2276008" y="697150"/>
            <a:ext cx="709717" cy="1720355"/>
            <a:chOff x="6042175" y="934625"/>
            <a:chExt cx="664500" cy="1610750"/>
          </a:xfrm>
        </p:grpSpPr>
        <p:cxnSp>
          <p:nvCxnSpPr>
            <p:cNvPr id="64" name="Google Shape;64;p15"/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" name="Google Shape;65;p15"/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6" name="Google Shape;66;p15"/>
          <p:cNvGrpSpPr/>
          <p:nvPr/>
        </p:nvGrpSpPr>
        <p:grpSpPr>
          <a:xfrm rot="1578645" flipH="1">
            <a:off x="722626" y="1237720"/>
            <a:ext cx="1983628" cy="780902"/>
            <a:chOff x="6185550" y="1814200"/>
            <a:chExt cx="1857250" cy="731150"/>
          </a:xfrm>
        </p:grpSpPr>
        <p:cxnSp>
          <p:nvCxnSpPr>
            <p:cNvPr id="67" name="Google Shape;67;p15"/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" name="Google Shape;68;p15"/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 rot="1578645" flipH="1">
            <a:off x="2109021" y="2795838"/>
            <a:ext cx="1944805" cy="975633"/>
            <a:chOff x="4369400" y="2545175"/>
            <a:chExt cx="1820900" cy="913475"/>
          </a:xfrm>
        </p:grpSpPr>
        <p:cxnSp>
          <p:nvCxnSpPr>
            <p:cNvPr id="70" name="Google Shape;70;p15"/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Google Shape;71;p15"/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 rot="1578645" flipH="1">
            <a:off x="1980644" y="2609568"/>
            <a:ext cx="1276075" cy="1710769"/>
            <a:chOff x="4995600" y="2545225"/>
            <a:chExt cx="1194775" cy="1601775"/>
          </a:xfrm>
        </p:grpSpPr>
        <p:cxnSp>
          <p:nvCxnSpPr>
            <p:cNvPr id="73" name="Google Shape;73;p15"/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" name="Google Shape;74;p15"/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 rot="1578645" flipH="1">
            <a:off x="966801" y="2074508"/>
            <a:ext cx="1383493" cy="664004"/>
            <a:chOff x="6190400" y="2545375"/>
            <a:chExt cx="1295350" cy="621700"/>
          </a:xfrm>
        </p:grpSpPr>
        <p:cxnSp>
          <p:nvCxnSpPr>
            <p:cNvPr id="76" name="Google Shape;76;p15"/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15"/>
          <p:cNvGrpSpPr/>
          <p:nvPr/>
        </p:nvGrpSpPr>
        <p:grpSpPr>
          <a:xfrm rot="1578645" flipH="1">
            <a:off x="2459157" y="2311074"/>
            <a:ext cx="1561911" cy="485107"/>
            <a:chOff x="4718425" y="2096250"/>
            <a:chExt cx="1462400" cy="454200"/>
          </a:xfrm>
        </p:grpSpPr>
        <p:cxnSp>
          <p:nvCxnSpPr>
            <p:cNvPr id="79" name="Google Shape;79;p15"/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" name="Google Shape;80;p15"/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15"/>
          <p:cNvGrpSpPr/>
          <p:nvPr/>
        </p:nvGrpSpPr>
        <p:grpSpPr>
          <a:xfrm rot="1578645" flipH="1">
            <a:off x="1623907" y="1111363"/>
            <a:ext cx="1113158" cy="1112690"/>
            <a:chOff x="6185500" y="1498650"/>
            <a:chExt cx="1042238" cy="1041800"/>
          </a:xfrm>
        </p:grpSpPr>
        <p:cxnSp>
          <p:nvCxnSpPr>
            <p:cNvPr id="82" name="Google Shape;82;p15"/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83;p15"/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578645" flipH="1">
            <a:off x="1692765" y="1581135"/>
            <a:ext cx="1635702" cy="1673162"/>
            <a:chOff x="5587975" y="1952850"/>
            <a:chExt cx="1171200" cy="1171200"/>
          </a:xfrm>
        </p:grpSpPr>
        <p:sp>
          <p:nvSpPr>
            <p:cNvPr id="85" name="Google Shape;85;p15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693059" y="2044455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B3BE8B-04DC-E5E5-FF93-137CFB3D0EED}"/>
              </a:ext>
            </a:extLst>
          </p:cNvPr>
          <p:cNvCxnSpPr>
            <a:cxnSpLocks/>
          </p:cNvCxnSpPr>
          <p:nvPr/>
        </p:nvCxnSpPr>
        <p:spPr>
          <a:xfrm>
            <a:off x="5005091" y="3832439"/>
            <a:ext cx="34735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6FCB60-C04A-A1D5-ACB4-4E67200C236D}"/>
              </a:ext>
            </a:extLst>
          </p:cNvPr>
          <p:cNvCxnSpPr>
            <a:cxnSpLocks/>
          </p:cNvCxnSpPr>
          <p:nvPr/>
        </p:nvCxnSpPr>
        <p:spPr>
          <a:xfrm>
            <a:off x="5028427" y="4449205"/>
            <a:ext cx="346510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6C6C85D3-D7CD-1E83-BA35-D767799B8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90"/>
          <a:stretch>
            <a:fillRect/>
          </a:stretch>
        </p:blipFill>
        <p:spPr bwMode="auto">
          <a:xfrm>
            <a:off x="1148911" y="1411496"/>
            <a:ext cx="2749716" cy="189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710275" y="37780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>
                <a:latin typeface="Amasis MT Pro Medium" panose="02040604050005020304" pitchFamily="18" charset="0"/>
              </a:rPr>
              <a:t>Our team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405" name="Google Shape;405;p21"/>
          <p:cNvGrpSpPr/>
          <p:nvPr/>
        </p:nvGrpSpPr>
        <p:grpSpPr>
          <a:xfrm>
            <a:off x="2231052" y="928914"/>
            <a:ext cx="2249292" cy="3814785"/>
            <a:chOff x="4547340" y="1281359"/>
            <a:chExt cx="1852041" cy="3345445"/>
          </a:xfrm>
        </p:grpSpPr>
        <p:sp>
          <p:nvSpPr>
            <p:cNvPr id="406" name="Google Shape;406;p21"/>
            <p:cNvSpPr/>
            <p:nvPr/>
          </p:nvSpPr>
          <p:spPr>
            <a:xfrm rot="10800000" flipH="1">
              <a:off x="4552581" y="1996169"/>
              <a:ext cx="1846800" cy="2409300"/>
            </a:xfrm>
            <a:prstGeom prst="round2SameRect">
              <a:avLst>
                <a:gd name="adj1" fmla="val 539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4710393" y="3432203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Mariela </a:t>
              </a:r>
              <a:r>
                <a:rPr lang="en-US" sz="1700" dirty="0" err="1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Apostolova</a:t>
              </a:r>
              <a:endParaRPr lang="bg-BG"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8" name="Google Shape;408;p21"/>
            <p:cNvSpPr txBox="1"/>
            <p:nvPr/>
          </p:nvSpPr>
          <p:spPr>
            <a:xfrm>
              <a:off x="4710393" y="3861804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Front-end </a:t>
              </a: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Developer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4547340" y="1281359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Mariela </a:t>
              </a:r>
              <a:r>
                <a:rPr lang="en-US" dirty="0" err="1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Apostolova</a:t>
              </a:r>
              <a:r>
                <a:rPr lang="bg-BG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, 9.</a:t>
              </a:r>
              <a:r>
                <a:rPr lang="en-US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</a:t>
              </a:r>
              <a:endParaRPr dirty="0"/>
            </a:p>
          </p:txBody>
        </p:sp>
      </p:grpSp>
      <p:grpSp>
        <p:nvGrpSpPr>
          <p:cNvPr id="410" name="Google Shape;410;p21"/>
          <p:cNvGrpSpPr/>
          <p:nvPr/>
        </p:nvGrpSpPr>
        <p:grpSpPr>
          <a:xfrm>
            <a:off x="4471980" y="928914"/>
            <a:ext cx="2227913" cy="3797283"/>
            <a:chOff x="6378072" y="1262063"/>
            <a:chExt cx="1854985" cy="3330096"/>
          </a:xfrm>
        </p:grpSpPr>
        <p:sp>
          <p:nvSpPr>
            <p:cNvPr id="411" name="Google Shape;411;p21"/>
            <p:cNvSpPr/>
            <p:nvPr/>
          </p:nvSpPr>
          <p:spPr>
            <a:xfrm rot="10800000" flipH="1">
              <a:off x="6386257" y="1976873"/>
              <a:ext cx="1846800" cy="2409300"/>
            </a:xfrm>
            <a:prstGeom prst="round2SameRect">
              <a:avLst>
                <a:gd name="adj1" fmla="val 555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6523806" y="3432202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Vsevolod </a:t>
              </a:r>
              <a:r>
                <a:rPr lang="en-US" sz="1700" dirty="0" err="1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Bolotov</a:t>
              </a: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3" name="Google Shape;413;p21"/>
            <p:cNvSpPr txBox="1"/>
            <p:nvPr/>
          </p:nvSpPr>
          <p:spPr>
            <a:xfrm>
              <a:off x="6468670" y="3827159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latin typeface="Roboto"/>
                  <a:ea typeface="Roboto"/>
                  <a:cs typeface="Roboto"/>
                  <a:sym typeface="Roboto"/>
                </a:rPr>
                <a:t>Front-end developer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6378072" y="1262063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Vsevolod </a:t>
              </a:r>
              <a:r>
                <a:rPr lang="en-US" sz="1600" dirty="0" err="1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Bolotov</a:t>
              </a:r>
              <a:r>
                <a:rPr lang="bg-BG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, 9.</a:t>
              </a:r>
              <a:r>
                <a:rPr lang="en-US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</a:t>
              </a:r>
              <a:endParaRPr sz="1600" dirty="0"/>
            </a:p>
          </p:txBody>
        </p:sp>
      </p:grpSp>
      <p:grpSp>
        <p:nvGrpSpPr>
          <p:cNvPr id="420" name="Google Shape;420;p21"/>
          <p:cNvGrpSpPr/>
          <p:nvPr/>
        </p:nvGrpSpPr>
        <p:grpSpPr>
          <a:xfrm>
            <a:off x="13334" y="928915"/>
            <a:ext cx="2249121" cy="3814784"/>
            <a:chOff x="2669153" y="1300654"/>
            <a:chExt cx="1764450" cy="3345444"/>
          </a:xfrm>
        </p:grpSpPr>
        <p:sp>
          <p:nvSpPr>
            <p:cNvPr id="421" name="Google Shape;421;p21"/>
            <p:cNvSpPr/>
            <p:nvPr/>
          </p:nvSpPr>
          <p:spPr>
            <a:xfrm rot="10800000" flipH="1">
              <a:off x="2669162" y="2015463"/>
              <a:ext cx="1740432" cy="2409300"/>
            </a:xfrm>
            <a:prstGeom prst="round2SameRect">
              <a:avLst>
                <a:gd name="adj1" fmla="val 6301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21"/>
            <p:cNvSpPr txBox="1"/>
            <p:nvPr/>
          </p:nvSpPr>
          <p:spPr>
            <a:xfrm>
              <a:off x="2751503" y="3451497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Dimana </a:t>
              </a:r>
              <a:r>
                <a:rPr lang="en-US" sz="1700" dirty="0" err="1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Foteva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3" name="Google Shape;423;p21"/>
            <p:cNvSpPr txBox="1"/>
            <p:nvPr/>
          </p:nvSpPr>
          <p:spPr>
            <a:xfrm>
              <a:off x="2751503" y="3881098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Roboto"/>
                  <a:ea typeface="Roboto"/>
                  <a:cs typeface="Roboto"/>
                  <a:sym typeface="Roboto"/>
                </a:rPr>
                <a:t>Scrum trainer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2669153" y="1300654"/>
              <a:ext cx="1740433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Dimana </a:t>
              </a:r>
              <a:r>
                <a:rPr lang="en-US" sz="1700" dirty="0" err="1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Foteva</a:t>
              </a:r>
              <a:r>
                <a:rPr lang="bg-BG" sz="17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, 9.</a:t>
              </a:r>
              <a:r>
                <a:rPr lang="en-US" sz="17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</a:t>
              </a:r>
              <a:endParaRPr dirty="0"/>
            </a:p>
          </p:txBody>
        </p:sp>
      </p:grp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75E0DDE0-D553-4C09-9DC7-95F8117E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66" y="1914823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4" name="Picture 3" descr="A person with long red hair wearing glasses&#10;&#10;AI-generated content may be incorrect.">
            <a:extLst>
              <a:ext uri="{FF2B5EF4-FFF2-40B4-BE49-F238E27FC236}">
                <a16:creationId xmlns:a16="http://schemas.microsoft.com/office/drawing/2014/main" id="{250B43D4-66C2-4CD8-E35E-09B004B02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320" y="1914823"/>
            <a:ext cx="1525050" cy="152505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19DDDC-4401-1F37-9962-D2D63CC6E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3" b="8828"/>
          <a:stretch>
            <a:fillRect/>
          </a:stretch>
        </p:blipFill>
        <p:spPr bwMode="auto">
          <a:xfrm>
            <a:off x="4820257" y="1898560"/>
            <a:ext cx="1629512" cy="152505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oogle Shape;410;p21">
            <a:extLst>
              <a:ext uri="{FF2B5EF4-FFF2-40B4-BE49-F238E27FC236}">
                <a16:creationId xmlns:a16="http://schemas.microsoft.com/office/drawing/2014/main" id="{A066F954-2425-EEAC-227E-B34A7C2465E6}"/>
              </a:ext>
            </a:extLst>
          </p:cNvPr>
          <p:cNvGrpSpPr/>
          <p:nvPr/>
        </p:nvGrpSpPr>
        <p:grpSpPr>
          <a:xfrm>
            <a:off x="6691697" y="933666"/>
            <a:ext cx="2381095" cy="3557645"/>
            <a:chOff x="6483387" y="1266231"/>
            <a:chExt cx="1867986" cy="3119942"/>
          </a:xfrm>
        </p:grpSpPr>
        <p:sp>
          <p:nvSpPr>
            <p:cNvPr id="6" name="Google Shape;411;p21">
              <a:extLst>
                <a:ext uri="{FF2B5EF4-FFF2-40B4-BE49-F238E27FC236}">
                  <a16:creationId xmlns:a16="http://schemas.microsoft.com/office/drawing/2014/main" id="{B32B69C3-2153-3923-6DEB-DAB631473221}"/>
                </a:ext>
              </a:extLst>
            </p:cNvPr>
            <p:cNvSpPr/>
            <p:nvPr/>
          </p:nvSpPr>
          <p:spPr>
            <a:xfrm rot="10800000" flipH="1">
              <a:off x="6497646" y="1976873"/>
              <a:ext cx="1846800" cy="2409300"/>
            </a:xfrm>
            <a:prstGeom prst="round2SameRect">
              <a:avLst>
                <a:gd name="adj1" fmla="val 5556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412;p21">
              <a:extLst>
                <a:ext uri="{FF2B5EF4-FFF2-40B4-BE49-F238E27FC236}">
                  <a16:creationId xmlns:a16="http://schemas.microsoft.com/office/drawing/2014/main" id="{F72C01DD-895F-E850-9A83-1509F5A2EE16}"/>
                </a:ext>
              </a:extLst>
            </p:cNvPr>
            <p:cNvSpPr txBox="1"/>
            <p:nvPr/>
          </p:nvSpPr>
          <p:spPr>
            <a:xfrm>
              <a:off x="6669273" y="3432202"/>
              <a:ext cx="1682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" name="Google Shape;413;p21">
              <a:extLst>
                <a:ext uri="{FF2B5EF4-FFF2-40B4-BE49-F238E27FC236}">
                  <a16:creationId xmlns:a16="http://schemas.microsoft.com/office/drawing/2014/main" id="{D54091B0-6341-923B-310C-3DDF93C2AC97}"/>
                </a:ext>
              </a:extLst>
            </p:cNvPr>
            <p:cNvSpPr txBox="1"/>
            <p:nvPr/>
          </p:nvSpPr>
          <p:spPr>
            <a:xfrm>
              <a:off x="6618270" y="3500859"/>
              <a:ext cx="1682100" cy="7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700" dirty="0">
                <a:latin typeface="Fira Sans Extra Condensed Medium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latin typeface="Felix Titling" panose="04060505060202020A04" pitchFamily="82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414;p21">
              <a:extLst>
                <a:ext uri="{FF2B5EF4-FFF2-40B4-BE49-F238E27FC236}">
                  <a16:creationId xmlns:a16="http://schemas.microsoft.com/office/drawing/2014/main" id="{5797C0EF-C3F5-3619-D54C-95821288D59E}"/>
                </a:ext>
              </a:extLst>
            </p:cNvPr>
            <p:cNvSpPr/>
            <p:nvPr/>
          </p:nvSpPr>
          <p:spPr>
            <a:xfrm>
              <a:off x="6483387" y="1266231"/>
              <a:ext cx="1846800" cy="58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 dirty="0" err="1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Radostin</a:t>
              </a:r>
              <a:r>
                <a:rPr lang="en-US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600" dirty="0" err="1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Dimkirichev</a:t>
              </a:r>
              <a:r>
                <a:rPr lang="bg-BG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, 9.</a:t>
              </a:r>
              <a:r>
                <a:rPr lang="en-US" sz="16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</a:t>
              </a:r>
              <a:endParaRPr sz="1600" dirty="0"/>
            </a:p>
          </p:txBody>
        </p:sp>
      </p:grpSp>
      <p:pic>
        <p:nvPicPr>
          <p:cNvPr id="10" name="Картина 4">
            <a:extLst>
              <a:ext uri="{FF2B5EF4-FFF2-40B4-BE49-F238E27FC236}">
                <a16:creationId xmlns:a16="http://schemas.microsoft.com/office/drawing/2014/main" id="{77F9E2C5-1FA6-CAFD-EE82-8BD2907894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385" y="1939144"/>
            <a:ext cx="1545066" cy="1425216"/>
          </a:xfrm>
          <a:prstGeom prst="rect">
            <a:avLst/>
          </a:prstGeom>
        </p:spPr>
      </p:pic>
      <p:sp>
        <p:nvSpPr>
          <p:cNvPr id="11" name="Google Shape;413;p21">
            <a:extLst>
              <a:ext uri="{FF2B5EF4-FFF2-40B4-BE49-F238E27FC236}">
                <a16:creationId xmlns:a16="http://schemas.microsoft.com/office/drawing/2014/main" id="{4A34B634-9131-36A5-3A1B-B1AE82511675}"/>
              </a:ext>
            </a:extLst>
          </p:cNvPr>
          <p:cNvSpPr txBox="1"/>
          <p:nvPr/>
        </p:nvSpPr>
        <p:spPr>
          <a:xfrm>
            <a:off x="6886054" y="3871375"/>
            <a:ext cx="2020271" cy="872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Back-end Developer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412;p21">
            <a:extLst>
              <a:ext uri="{FF2B5EF4-FFF2-40B4-BE49-F238E27FC236}">
                <a16:creationId xmlns:a16="http://schemas.microsoft.com/office/drawing/2014/main" id="{6BE29F29-8C7F-AED0-C924-C203F1158568}"/>
              </a:ext>
            </a:extLst>
          </p:cNvPr>
          <p:cNvSpPr txBox="1"/>
          <p:nvPr/>
        </p:nvSpPr>
        <p:spPr>
          <a:xfrm>
            <a:off x="6900340" y="3411744"/>
            <a:ext cx="2020271" cy="48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Radostin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Dimkirichev</a:t>
            </a:r>
            <a:endParaRPr sz="1700" dirty="0">
              <a:solidFill>
                <a:schemeClr val="accent5">
                  <a:lumMod val="50000"/>
                </a:schemeClr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>
                <a:latin typeface="Amasis MT Pro Medium" panose="02040604050005020304" pitchFamily="18" charset="0"/>
              </a:rPr>
              <a:t>About our project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104150" y="1726331"/>
            <a:ext cx="5098668" cy="358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latin typeface="Felix Titling" panose="04060505060202020A04" pitchFamily="82" charset="0"/>
              </a:rPr>
              <a:t>This project is a </a:t>
            </a:r>
            <a:r>
              <a:rPr lang="en-US" sz="1600" b="1" dirty="0">
                <a:latin typeface="Felix Titling" panose="04060505060202020A04" pitchFamily="82" charset="0"/>
              </a:rPr>
              <a:t>Hangman × Math game</a:t>
            </a:r>
            <a:r>
              <a:rPr lang="en-US" sz="1600" dirty="0">
                <a:latin typeface="Felix Titling" panose="04060505060202020A04" pitchFamily="82" charset="0"/>
              </a:rPr>
              <a:t> that gives players the opportunity to choose what game they would like to play. The game encourages both critical thinking and problem-solving while keeping the gameplay fun and engaging.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Felix Titling" panose="04060505060202020A04" pitchFamily="82" charset="0"/>
            </a:endParaRP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latin typeface="Felix Titling" panose="04060505060202020A04" pitchFamily="82" charset="0"/>
              </a:rPr>
              <a:t>It is designed to be simple, interactive, and easy for players.</a:t>
            </a:r>
            <a:endParaRPr sz="1600" dirty="0">
              <a:latin typeface="Felix Titling" panose="04060505060202020A04" pitchFamily="82" charset="0"/>
              <a:ea typeface="Roboto"/>
              <a:cs typeface="Roboto"/>
              <a:sym typeface="Roboto"/>
            </a:endParaRPr>
          </a:p>
        </p:txBody>
      </p:sp>
      <p:grpSp>
        <p:nvGrpSpPr>
          <p:cNvPr id="283" name="Google Shape;283;p19"/>
          <p:cNvGrpSpPr/>
          <p:nvPr/>
        </p:nvGrpSpPr>
        <p:grpSpPr>
          <a:xfrm>
            <a:off x="646778" y="2120115"/>
            <a:ext cx="2524072" cy="1425522"/>
            <a:chOff x="646778" y="2120115"/>
            <a:chExt cx="2524072" cy="1425522"/>
          </a:xfrm>
        </p:grpSpPr>
        <p:cxnSp>
          <p:nvCxnSpPr>
            <p:cNvPr id="292" name="Google Shape;292;p19"/>
            <p:cNvCxnSpPr/>
            <p:nvPr/>
          </p:nvCxnSpPr>
          <p:spPr>
            <a:xfrm>
              <a:off x="1602150" y="2832788"/>
              <a:ext cx="1568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93" name="Google Shape;293;p19"/>
            <p:cNvSpPr/>
            <p:nvPr/>
          </p:nvSpPr>
          <p:spPr>
            <a:xfrm>
              <a:off x="2215781" y="2760409"/>
              <a:ext cx="144900" cy="144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46778" y="2120115"/>
              <a:ext cx="1420850" cy="142552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724198" y="2241270"/>
              <a:ext cx="1270855" cy="121517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Our project</a:t>
              </a: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" name="Google Shape;187;p17">
            <a:extLst>
              <a:ext uri="{FF2B5EF4-FFF2-40B4-BE49-F238E27FC236}">
                <a16:creationId xmlns:a16="http://schemas.microsoft.com/office/drawing/2014/main" id="{A3EC96F9-59F8-77AE-421B-731B609C0D17}"/>
              </a:ext>
            </a:extLst>
          </p:cNvPr>
          <p:cNvGrpSpPr/>
          <p:nvPr/>
        </p:nvGrpSpPr>
        <p:grpSpPr>
          <a:xfrm>
            <a:off x="2651226" y="625788"/>
            <a:ext cx="391453" cy="375370"/>
            <a:chOff x="5049725" y="2027900"/>
            <a:chExt cx="481750" cy="481850"/>
          </a:xfrm>
          <a:solidFill>
            <a:schemeClr val="tx1"/>
          </a:solidFill>
        </p:grpSpPr>
        <p:sp>
          <p:nvSpPr>
            <p:cNvPr id="8" name="Google Shape;188;p17">
              <a:extLst>
                <a:ext uri="{FF2B5EF4-FFF2-40B4-BE49-F238E27FC236}">
                  <a16:creationId xmlns:a16="http://schemas.microsoft.com/office/drawing/2014/main" id="{47A53616-5209-7E26-9695-1EFA33CC8A98}"/>
                </a:ext>
              </a:extLst>
            </p:cNvPr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189;p17">
              <a:extLst>
                <a:ext uri="{FF2B5EF4-FFF2-40B4-BE49-F238E27FC236}">
                  <a16:creationId xmlns:a16="http://schemas.microsoft.com/office/drawing/2014/main" id="{BE487532-32C3-83C8-9931-A32FB0D9FD7B}"/>
                </a:ext>
              </a:extLst>
            </p:cNvPr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190;p17">
              <a:extLst>
                <a:ext uri="{FF2B5EF4-FFF2-40B4-BE49-F238E27FC236}">
                  <a16:creationId xmlns:a16="http://schemas.microsoft.com/office/drawing/2014/main" id="{E8012D90-BB8F-7DA6-23DC-2C219E6D9B42}"/>
                </a:ext>
              </a:extLst>
            </p:cNvPr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191;p17">
              <a:extLst>
                <a:ext uri="{FF2B5EF4-FFF2-40B4-BE49-F238E27FC236}">
                  <a16:creationId xmlns:a16="http://schemas.microsoft.com/office/drawing/2014/main" id="{D356F673-EE34-0645-C5BA-736FED5397A4}"/>
                </a:ext>
              </a:extLst>
            </p:cNvPr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192;p17">
              <a:extLst>
                <a:ext uri="{FF2B5EF4-FFF2-40B4-BE49-F238E27FC236}">
                  <a16:creationId xmlns:a16="http://schemas.microsoft.com/office/drawing/2014/main" id="{FDDF8B3A-F1E2-DF21-5E1E-A1B647DD4ACA}"/>
                </a:ext>
              </a:extLst>
            </p:cNvPr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193;p17">
              <a:extLst>
                <a:ext uri="{FF2B5EF4-FFF2-40B4-BE49-F238E27FC236}">
                  <a16:creationId xmlns:a16="http://schemas.microsoft.com/office/drawing/2014/main" id="{9EE9A674-7797-40EB-6A0F-2B44029DE05E}"/>
                </a:ext>
              </a:extLst>
            </p:cNvPr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194;p17">
              <a:extLst>
                <a:ext uri="{FF2B5EF4-FFF2-40B4-BE49-F238E27FC236}">
                  <a16:creationId xmlns:a16="http://schemas.microsoft.com/office/drawing/2014/main" id="{6A7762DB-325D-0F36-9277-80323CEEE65F}"/>
                </a:ext>
              </a:extLst>
            </p:cNvPr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" name="Google Shape;195;p17">
              <a:extLst>
                <a:ext uri="{FF2B5EF4-FFF2-40B4-BE49-F238E27FC236}">
                  <a16:creationId xmlns:a16="http://schemas.microsoft.com/office/drawing/2014/main" id="{2E610D80-7CA8-9972-C81E-84BCF8D9AF40}"/>
                </a:ext>
              </a:extLst>
            </p:cNvPr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0"/>
          <p:cNvGrpSpPr/>
          <p:nvPr/>
        </p:nvGrpSpPr>
        <p:grpSpPr>
          <a:xfrm>
            <a:off x="710297" y="1304713"/>
            <a:ext cx="1930800" cy="2712800"/>
            <a:chOff x="710297" y="1304713"/>
            <a:chExt cx="1930800" cy="2712800"/>
          </a:xfrm>
        </p:grpSpPr>
        <p:sp>
          <p:nvSpPr>
            <p:cNvPr id="301" name="Google Shape;301;p20"/>
            <p:cNvSpPr txBox="1"/>
            <p:nvPr/>
          </p:nvSpPr>
          <p:spPr>
            <a:xfrm>
              <a:off x="840865" y="3284013"/>
              <a:ext cx="16698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Team assembling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 rot="-5400000">
              <a:off x="1486997" y="1971563"/>
              <a:ext cx="377400" cy="1930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872365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First step</a:t>
              </a:r>
              <a:endParaRPr sz="17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119540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274300" y="1383613"/>
              <a:ext cx="802800" cy="80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7" name="Google Shape;307;p20"/>
            <p:cNvCxnSpPr>
              <a:endCxn id="304" idx="0"/>
            </p:cNvCxnSpPr>
            <p:nvPr/>
          </p:nvCxnSpPr>
          <p:spPr>
            <a:xfrm>
              <a:off x="1675765" y="226526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8" name="Google Shape;308;p20"/>
          <p:cNvGrpSpPr/>
          <p:nvPr/>
        </p:nvGrpSpPr>
        <p:grpSpPr>
          <a:xfrm>
            <a:off x="4505741" y="1304713"/>
            <a:ext cx="2063618" cy="3061401"/>
            <a:chOff x="4505741" y="1304713"/>
            <a:chExt cx="2063618" cy="3061401"/>
          </a:xfrm>
        </p:grpSpPr>
        <p:sp>
          <p:nvSpPr>
            <p:cNvPr id="309" name="Google Shape;309;p20"/>
            <p:cNvSpPr txBox="1"/>
            <p:nvPr/>
          </p:nvSpPr>
          <p:spPr>
            <a:xfrm>
              <a:off x="4734234" y="3492984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Finalization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 rot="-5400000">
              <a:off x="5348867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4505741" y="3666489"/>
              <a:ext cx="2063618" cy="6996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4734234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Third step</a:t>
              </a:r>
              <a:endParaRPr sz="17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057250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5136150" y="1383613"/>
              <a:ext cx="802800" cy="80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5" name="Google Shape;315;p20"/>
            <p:cNvCxnSpPr>
              <a:stCxn id="313" idx="4"/>
              <a:endCxn id="312" idx="0"/>
            </p:cNvCxnSpPr>
            <p:nvPr/>
          </p:nvCxnSpPr>
          <p:spPr>
            <a:xfrm>
              <a:off x="5537550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0"/>
          <p:cNvGrpSpPr/>
          <p:nvPr/>
        </p:nvGrpSpPr>
        <p:grpSpPr>
          <a:xfrm>
            <a:off x="6503102" y="1304713"/>
            <a:ext cx="1930800" cy="2565671"/>
            <a:chOff x="6503102" y="1304713"/>
            <a:chExt cx="1930800" cy="2565671"/>
          </a:xfrm>
        </p:grpSpPr>
        <p:sp>
          <p:nvSpPr>
            <p:cNvPr id="317" name="Google Shape;317;p20"/>
            <p:cNvSpPr txBox="1"/>
            <p:nvPr/>
          </p:nvSpPr>
          <p:spPr>
            <a:xfrm>
              <a:off x="6690215" y="3492984"/>
              <a:ext cx="1660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Presenting</a:t>
              </a:r>
              <a:endParaRPr sz="17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 rot="-5400000">
              <a:off x="7279802" y="1971562"/>
              <a:ext cx="377400" cy="19308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6665102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Fourth step</a:t>
              </a:r>
              <a:endParaRPr sz="17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698817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22" name="Google Shape;322;p20"/>
            <p:cNvCxnSpPr>
              <a:stCxn id="321" idx="4"/>
              <a:endCxn id="320" idx="0"/>
            </p:cNvCxnSpPr>
            <p:nvPr/>
          </p:nvCxnSpPr>
          <p:spPr>
            <a:xfrm>
              <a:off x="746847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3" name="Google Shape;323;p20"/>
          <p:cNvGrpSpPr/>
          <p:nvPr/>
        </p:nvGrpSpPr>
        <p:grpSpPr>
          <a:xfrm>
            <a:off x="2641232" y="1304713"/>
            <a:ext cx="1930800" cy="2545400"/>
            <a:chOff x="2641232" y="1304713"/>
            <a:chExt cx="1930800" cy="2545400"/>
          </a:xfrm>
        </p:grpSpPr>
        <p:sp>
          <p:nvSpPr>
            <p:cNvPr id="324" name="Google Shape;324;p20"/>
            <p:cNvSpPr txBox="1"/>
            <p:nvPr/>
          </p:nvSpPr>
          <p:spPr>
            <a:xfrm>
              <a:off x="2719585" y="3472713"/>
              <a:ext cx="16653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Project developing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 rot="-5400000">
              <a:off x="3417932" y="1971563"/>
              <a:ext cx="377400" cy="19308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2803299" y="2748263"/>
              <a:ext cx="16068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Second step</a:t>
              </a:r>
              <a:endParaRPr sz="17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3126325" y="1304713"/>
              <a:ext cx="960600" cy="9606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3205225" y="1383613"/>
              <a:ext cx="802800" cy="80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330" name="Google Shape;330;p20"/>
            <p:cNvCxnSpPr>
              <a:stCxn id="328" idx="4"/>
              <a:endCxn id="327" idx="0"/>
            </p:cNvCxnSpPr>
            <p:nvPr/>
          </p:nvCxnSpPr>
          <p:spPr>
            <a:xfrm>
              <a:off x="3606625" y="2265313"/>
              <a:ext cx="0" cy="48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u="sng" dirty="0">
                <a:latin typeface="Amasis MT Pro Medium" panose="02040604050005020304" pitchFamily="18" charset="0"/>
              </a:rPr>
              <a:t>Progress</a:t>
            </a:r>
            <a:endParaRPr b="1" u="sng" dirty="0">
              <a:latin typeface="Amasis MT Pro Medium" panose="02040604050005020304" pitchFamily="18" charset="0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7067075" y="1383613"/>
            <a:ext cx="802800" cy="802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32;p16">
            <a:extLst>
              <a:ext uri="{FF2B5EF4-FFF2-40B4-BE49-F238E27FC236}">
                <a16:creationId xmlns:a16="http://schemas.microsoft.com/office/drawing/2014/main" id="{CB7AD07C-C8A9-B52C-B58D-4A97C4E9B518}"/>
              </a:ext>
            </a:extLst>
          </p:cNvPr>
          <p:cNvSpPr/>
          <p:nvPr/>
        </p:nvSpPr>
        <p:spPr>
          <a:xfrm>
            <a:off x="3379988" y="1546235"/>
            <a:ext cx="518689" cy="516495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144;p16">
            <a:extLst>
              <a:ext uri="{FF2B5EF4-FFF2-40B4-BE49-F238E27FC236}">
                <a16:creationId xmlns:a16="http://schemas.microsoft.com/office/drawing/2014/main" id="{F0308F80-16A4-0542-A1CD-7415339940E7}"/>
              </a:ext>
            </a:extLst>
          </p:cNvPr>
          <p:cNvGrpSpPr/>
          <p:nvPr/>
        </p:nvGrpSpPr>
        <p:grpSpPr>
          <a:xfrm>
            <a:off x="1426505" y="1557142"/>
            <a:ext cx="546951" cy="505588"/>
            <a:chOff x="7384751" y="4147984"/>
            <a:chExt cx="380012" cy="351274"/>
          </a:xfrm>
        </p:grpSpPr>
        <p:sp>
          <p:nvSpPr>
            <p:cNvPr id="4" name="Google Shape;145;p16">
              <a:extLst>
                <a:ext uri="{FF2B5EF4-FFF2-40B4-BE49-F238E27FC236}">
                  <a16:creationId xmlns:a16="http://schemas.microsoft.com/office/drawing/2014/main" id="{A3AC687C-0AD6-1C4A-242F-7DCF996D335B}"/>
                </a:ext>
              </a:extLst>
            </p:cNvPr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46;p16">
              <a:extLst>
                <a:ext uri="{FF2B5EF4-FFF2-40B4-BE49-F238E27FC236}">
                  <a16:creationId xmlns:a16="http://schemas.microsoft.com/office/drawing/2014/main" id="{BE187F4F-EB11-50B9-8A5F-C0F725D1ADF6}"/>
                </a:ext>
              </a:extLst>
            </p:cNvPr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47;p16">
              <a:extLst>
                <a:ext uri="{FF2B5EF4-FFF2-40B4-BE49-F238E27FC236}">
                  <a16:creationId xmlns:a16="http://schemas.microsoft.com/office/drawing/2014/main" id="{4A78A62E-4C6E-3F25-1083-8DBFE6994024}"/>
                </a:ext>
              </a:extLst>
            </p:cNvPr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8;p16">
              <a:extLst>
                <a:ext uri="{FF2B5EF4-FFF2-40B4-BE49-F238E27FC236}">
                  <a16:creationId xmlns:a16="http://schemas.microsoft.com/office/drawing/2014/main" id="{0D9802B6-D168-FAE2-7DEE-D9808993B594}"/>
                </a:ext>
              </a:extLst>
            </p:cNvPr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9;p16">
              <a:extLst>
                <a:ext uri="{FF2B5EF4-FFF2-40B4-BE49-F238E27FC236}">
                  <a16:creationId xmlns:a16="http://schemas.microsoft.com/office/drawing/2014/main" id="{17563578-E9AF-9CD9-5C68-50A5FFCD93B4}"/>
                </a:ext>
              </a:extLst>
            </p:cNvPr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573;p45">
            <a:extLst>
              <a:ext uri="{FF2B5EF4-FFF2-40B4-BE49-F238E27FC236}">
                <a16:creationId xmlns:a16="http://schemas.microsoft.com/office/drawing/2014/main" id="{A0114E32-CC69-79C7-F6F9-B96672ACE14D}"/>
              </a:ext>
            </a:extLst>
          </p:cNvPr>
          <p:cNvGrpSpPr/>
          <p:nvPr/>
        </p:nvGrpSpPr>
        <p:grpSpPr>
          <a:xfrm>
            <a:off x="7185549" y="1524421"/>
            <a:ext cx="578744" cy="554090"/>
            <a:chOff x="1819576" y="1511679"/>
            <a:chExt cx="352103" cy="352103"/>
          </a:xfrm>
        </p:grpSpPr>
        <p:sp>
          <p:nvSpPr>
            <p:cNvPr id="10" name="Google Shape;1574;p45">
              <a:extLst>
                <a:ext uri="{FF2B5EF4-FFF2-40B4-BE49-F238E27FC236}">
                  <a16:creationId xmlns:a16="http://schemas.microsoft.com/office/drawing/2014/main" id="{6CC652B9-D4F2-E345-543C-A2C2922A05DD}"/>
                </a:ext>
              </a:extLst>
            </p:cNvPr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75;p45">
              <a:extLst>
                <a:ext uri="{FF2B5EF4-FFF2-40B4-BE49-F238E27FC236}">
                  <a16:creationId xmlns:a16="http://schemas.microsoft.com/office/drawing/2014/main" id="{7D59B4F6-EFD5-EF81-6FBE-3A00A4862C7D}"/>
                </a:ext>
              </a:extLst>
            </p:cNvPr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76;p45">
              <a:extLst>
                <a:ext uri="{FF2B5EF4-FFF2-40B4-BE49-F238E27FC236}">
                  <a16:creationId xmlns:a16="http://schemas.microsoft.com/office/drawing/2014/main" id="{496DE889-98FA-BD1E-AF22-E0F666E6A466}"/>
                </a:ext>
              </a:extLst>
            </p:cNvPr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577;p45">
              <a:extLst>
                <a:ext uri="{FF2B5EF4-FFF2-40B4-BE49-F238E27FC236}">
                  <a16:creationId xmlns:a16="http://schemas.microsoft.com/office/drawing/2014/main" id="{50C1C916-5BF6-B672-4263-4A5127B7A169}"/>
                </a:ext>
              </a:extLst>
            </p:cNvPr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550;p45">
            <a:extLst>
              <a:ext uri="{FF2B5EF4-FFF2-40B4-BE49-F238E27FC236}">
                <a16:creationId xmlns:a16="http://schemas.microsoft.com/office/drawing/2014/main" id="{D71DCBFA-FBC5-E78E-14B0-C46BC544AA42}"/>
              </a:ext>
            </a:extLst>
          </p:cNvPr>
          <p:cNvGrpSpPr/>
          <p:nvPr/>
        </p:nvGrpSpPr>
        <p:grpSpPr>
          <a:xfrm>
            <a:off x="5344359" y="1548547"/>
            <a:ext cx="484188" cy="472932"/>
            <a:chOff x="4210933" y="2926777"/>
            <a:chExt cx="280072" cy="275520"/>
          </a:xfrm>
        </p:grpSpPr>
        <p:sp>
          <p:nvSpPr>
            <p:cNvPr id="29" name="Google Shape;1551;p45">
              <a:extLst>
                <a:ext uri="{FF2B5EF4-FFF2-40B4-BE49-F238E27FC236}">
                  <a16:creationId xmlns:a16="http://schemas.microsoft.com/office/drawing/2014/main" id="{DB7FD427-6913-94F1-FE7E-F71E3BDF6D3E}"/>
                </a:ext>
              </a:extLst>
            </p:cNvPr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52;p45">
              <a:extLst>
                <a:ext uri="{FF2B5EF4-FFF2-40B4-BE49-F238E27FC236}">
                  <a16:creationId xmlns:a16="http://schemas.microsoft.com/office/drawing/2014/main" id="{46E28F64-7737-3E6A-FCB4-DE882D02AA49}"/>
                </a:ext>
              </a:extLst>
            </p:cNvPr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53;p45">
              <a:extLst>
                <a:ext uri="{FF2B5EF4-FFF2-40B4-BE49-F238E27FC236}">
                  <a16:creationId xmlns:a16="http://schemas.microsoft.com/office/drawing/2014/main" id="{FB8022B2-FD78-C724-22FF-AF09D34B2EB1}"/>
                </a:ext>
              </a:extLst>
            </p:cNvPr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54;p45">
              <a:extLst>
                <a:ext uri="{FF2B5EF4-FFF2-40B4-BE49-F238E27FC236}">
                  <a16:creationId xmlns:a16="http://schemas.microsoft.com/office/drawing/2014/main" id="{8F9EC7CC-7B38-576C-20DF-8B78F80C84A0}"/>
                </a:ext>
              </a:extLst>
            </p:cNvPr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55;p45">
              <a:extLst>
                <a:ext uri="{FF2B5EF4-FFF2-40B4-BE49-F238E27FC236}">
                  <a16:creationId xmlns:a16="http://schemas.microsoft.com/office/drawing/2014/main" id="{D7D5D5B9-828F-00A4-30F3-813608AA93C0}"/>
                </a:ext>
              </a:extLst>
            </p:cNvPr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56;p45">
              <a:extLst>
                <a:ext uri="{FF2B5EF4-FFF2-40B4-BE49-F238E27FC236}">
                  <a16:creationId xmlns:a16="http://schemas.microsoft.com/office/drawing/2014/main" id="{9B93C65D-7429-A7C9-CA37-79B9E1FCC1F8}"/>
                </a:ext>
              </a:extLst>
            </p:cNvPr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57;p45">
              <a:extLst>
                <a:ext uri="{FF2B5EF4-FFF2-40B4-BE49-F238E27FC236}">
                  <a16:creationId xmlns:a16="http://schemas.microsoft.com/office/drawing/2014/main" id="{CCA891B7-473E-CA28-92EF-E78D1EE3B714}"/>
                </a:ext>
              </a:extLst>
            </p:cNvPr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58;p45">
              <a:extLst>
                <a:ext uri="{FF2B5EF4-FFF2-40B4-BE49-F238E27FC236}">
                  <a16:creationId xmlns:a16="http://schemas.microsoft.com/office/drawing/2014/main" id="{987844A6-9D0C-B98D-71B8-0861D92FC49D}"/>
                </a:ext>
              </a:extLst>
            </p:cNvPr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59;p45">
              <a:extLst>
                <a:ext uri="{FF2B5EF4-FFF2-40B4-BE49-F238E27FC236}">
                  <a16:creationId xmlns:a16="http://schemas.microsoft.com/office/drawing/2014/main" id="{3E76C11A-101D-5780-EE49-A7BDB73C123E}"/>
                </a:ext>
              </a:extLst>
            </p:cNvPr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60;p45">
              <a:extLst>
                <a:ext uri="{FF2B5EF4-FFF2-40B4-BE49-F238E27FC236}">
                  <a16:creationId xmlns:a16="http://schemas.microsoft.com/office/drawing/2014/main" id="{90384549-692F-B519-E030-8E15583C11BD}"/>
                </a:ext>
              </a:extLst>
            </p:cNvPr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61;p45">
              <a:extLst>
                <a:ext uri="{FF2B5EF4-FFF2-40B4-BE49-F238E27FC236}">
                  <a16:creationId xmlns:a16="http://schemas.microsoft.com/office/drawing/2014/main" id="{F13BEF74-58CC-CEA3-6227-80DF6D2BAF0F}"/>
                </a:ext>
              </a:extLst>
            </p:cNvPr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62;p45">
              <a:extLst>
                <a:ext uri="{FF2B5EF4-FFF2-40B4-BE49-F238E27FC236}">
                  <a16:creationId xmlns:a16="http://schemas.microsoft.com/office/drawing/2014/main" id="{2D1A2467-294B-DA3B-0F36-E7A300432637}"/>
                </a:ext>
              </a:extLst>
            </p:cNvPr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63;p45">
              <a:extLst>
                <a:ext uri="{FF2B5EF4-FFF2-40B4-BE49-F238E27FC236}">
                  <a16:creationId xmlns:a16="http://schemas.microsoft.com/office/drawing/2014/main" id="{C897CD48-8C35-76E8-7658-5F66F7BDA795}"/>
                </a:ext>
              </a:extLst>
            </p:cNvPr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4;p19">
            <a:extLst>
              <a:ext uri="{FF2B5EF4-FFF2-40B4-BE49-F238E27FC236}">
                <a16:creationId xmlns:a16="http://schemas.microsoft.com/office/drawing/2014/main" id="{1A08BBBB-DBF2-10AD-26D6-8071C994493F}"/>
              </a:ext>
            </a:extLst>
          </p:cNvPr>
          <p:cNvSpPr txBox="1">
            <a:spLocks/>
          </p:cNvSpPr>
          <p:nvPr/>
        </p:nvSpPr>
        <p:spPr>
          <a:xfrm>
            <a:off x="636495" y="448212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600" dirty="0"/>
              <a:t>Used softwares and programmes and languages</a:t>
            </a:r>
            <a:endParaRPr lang="en-US" b="1" u="sng" dirty="0">
              <a:latin typeface="Amasis MT Pro Medium" panose="02040604050005020304" pitchFamily="18" charset="0"/>
            </a:endParaRPr>
          </a:p>
        </p:txBody>
      </p:sp>
      <p:grpSp>
        <p:nvGrpSpPr>
          <p:cNvPr id="3" name="Google Shape;57;p15">
            <a:extLst>
              <a:ext uri="{FF2B5EF4-FFF2-40B4-BE49-F238E27FC236}">
                <a16:creationId xmlns:a16="http://schemas.microsoft.com/office/drawing/2014/main" id="{97AF5102-F679-6C1D-AB9B-0C649BCFBFA6}"/>
              </a:ext>
            </a:extLst>
          </p:cNvPr>
          <p:cNvGrpSpPr/>
          <p:nvPr/>
        </p:nvGrpSpPr>
        <p:grpSpPr>
          <a:xfrm rot="1578645" flipH="1">
            <a:off x="4442036" y="3443251"/>
            <a:ext cx="1864560" cy="2051285"/>
            <a:chOff x="4718425" y="934625"/>
            <a:chExt cx="1467100" cy="1605800"/>
          </a:xfrm>
        </p:grpSpPr>
        <p:cxnSp>
          <p:nvCxnSpPr>
            <p:cNvPr id="4" name="Google Shape;58;p15">
              <a:extLst>
                <a:ext uri="{FF2B5EF4-FFF2-40B4-BE49-F238E27FC236}">
                  <a16:creationId xmlns:a16="http://schemas.microsoft.com/office/drawing/2014/main" id="{34C6A706-0B28-7C08-1E64-157987AC9804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59;p15">
              <a:extLst>
                <a:ext uri="{FF2B5EF4-FFF2-40B4-BE49-F238E27FC236}">
                  <a16:creationId xmlns:a16="http://schemas.microsoft.com/office/drawing/2014/main" id="{C66A62C7-7DEF-439F-FC84-7878719076AF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" name="Google Shape;60;p15">
            <a:extLst>
              <a:ext uri="{FF2B5EF4-FFF2-40B4-BE49-F238E27FC236}">
                <a16:creationId xmlns:a16="http://schemas.microsoft.com/office/drawing/2014/main" id="{81CB8197-55B3-0948-63DD-DD82B42F80B1}"/>
              </a:ext>
            </a:extLst>
          </p:cNvPr>
          <p:cNvGrpSpPr/>
          <p:nvPr/>
        </p:nvGrpSpPr>
        <p:grpSpPr>
          <a:xfrm rot="1578645" flipH="1">
            <a:off x="3045667" y="4455044"/>
            <a:ext cx="1050792" cy="2131157"/>
            <a:chOff x="6176375" y="2540550"/>
            <a:chExt cx="826800" cy="1668325"/>
          </a:xfrm>
        </p:grpSpPr>
        <p:cxnSp>
          <p:nvCxnSpPr>
            <p:cNvPr id="7" name="Google Shape;61;p15">
              <a:extLst>
                <a:ext uri="{FF2B5EF4-FFF2-40B4-BE49-F238E27FC236}">
                  <a16:creationId xmlns:a16="http://schemas.microsoft.com/office/drawing/2014/main" id="{9297DB83-1220-4456-A6F6-95CF22EA3E8E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62;p15">
              <a:extLst>
                <a:ext uri="{FF2B5EF4-FFF2-40B4-BE49-F238E27FC236}">
                  <a16:creationId xmlns:a16="http://schemas.microsoft.com/office/drawing/2014/main" id="{4EA7917F-B49E-7153-34EB-4236D0F98DB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9" name="Google Shape;63;p15">
            <a:extLst>
              <a:ext uri="{FF2B5EF4-FFF2-40B4-BE49-F238E27FC236}">
                <a16:creationId xmlns:a16="http://schemas.microsoft.com/office/drawing/2014/main" id="{174DEF80-135A-1F91-A830-F44FB104EDD7}"/>
              </a:ext>
            </a:extLst>
          </p:cNvPr>
          <p:cNvGrpSpPr/>
          <p:nvPr/>
        </p:nvGrpSpPr>
        <p:grpSpPr>
          <a:xfrm rot="1578645" flipH="1">
            <a:off x="4140935" y="3041391"/>
            <a:ext cx="844524" cy="2057609"/>
            <a:chOff x="6042175" y="934625"/>
            <a:chExt cx="664500" cy="1610750"/>
          </a:xfrm>
        </p:grpSpPr>
        <p:cxnSp>
          <p:nvCxnSpPr>
            <p:cNvPr id="10" name="Google Shape;64;p15">
              <a:extLst>
                <a:ext uri="{FF2B5EF4-FFF2-40B4-BE49-F238E27FC236}">
                  <a16:creationId xmlns:a16="http://schemas.microsoft.com/office/drawing/2014/main" id="{0A839028-2900-7439-F282-B0EF832D30D9}"/>
                </a:ext>
              </a:extLst>
            </p:cNvPr>
            <p:cNvCxnSpPr/>
            <p:nvPr/>
          </p:nvCxnSpPr>
          <p:spPr>
            <a:xfrm flipH="1">
              <a:off x="6190500" y="1278475"/>
              <a:ext cx="191100" cy="1266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65;p15">
              <a:extLst>
                <a:ext uri="{FF2B5EF4-FFF2-40B4-BE49-F238E27FC236}">
                  <a16:creationId xmlns:a16="http://schemas.microsoft.com/office/drawing/2014/main" id="{CEA9B10D-5A7F-324E-6D70-B8B6EB13F52D}"/>
                </a:ext>
              </a:extLst>
            </p:cNvPr>
            <p:cNvSpPr/>
            <p:nvPr/>
          </p:nvSpPr>
          <p:spPr>
            <a:xfrm>
              <a:off x="6042175" y="934625"/>
              <a:ext cx="664500" cy="6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A69EDD50-BCEF-B590-BC58-5095B06251BE}"/>
              </a:ext>
            </a:extLst>
          </p:cNvPr>
          <p:cNvGrpSpPr/>
          <p:nvPr/>
        </p:nvGrpSpPr>
        <p:grpSpPr>
          <a:xfrm rot="1578645" flipH="1">
            <a:off x="2317300" y="3702963"/>
            <a:ext cx="2360407" cy="933988"/>
            <a:chOff x="6185550" y="1814200"/>
            <a:chExt cx="1857250" cy="731150"/>
          </a:xfrm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3805671-562C-D262-E127-7A59ED87D3B9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9D495B7D-77F7-9536-E3DA-21FCCE185ED9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69;p15">
            <a:extLst>
              <a:ext uri="{FF2B5EF4-FFF2-40B4-BE49-F238E27FC236}">
                <a16:creationId xmlns:a16="http://schemas.microsoft.com/office/drawing/2014/main" id="{3C9463DF-1B63-F39C-F0B2-DD3D87059B87}"/>
              </a:ext>
            </a:extLst>
          </p:cNvPr>
          <p:cNvGrpSpPr/>
          <p:nvPr/>
        </p:nvGrpSpPr>
        <p:grpSpPr>
          <a:xfrm rot="1578645" flipH="1">
            <a:off x="3719148" y="5226518"/>
            <a:ext cx="2314210" cy="1166894"/>
            <a:chOff x="4369400" y="2545175"/>
            <a:chExt cx="1820900" cy="913475"/>
          </a:xfrm>
        </p:grpSpPr>
        <p:cxnSp>
          <p:nvCxnSpPr>
            <p:cNvPr id="16" name="Google Shape;70;p15">
              <a:extLst>
                <a:ext uri="{FF2B5EF4-FFF2-40B4-BE49-F238E27FC236}">
                  <a16:creationId xmlns:a16="http://schemas.microsoft.com/office/drawing/2014/main" id="{A15882B2-D3CE-6360-0C53-9FC29EA3FEAA}"/>
                </a:ext>
              </a:extLst>
            </p:cNvPr>
            <p:cNvCxnSpPr/>
            <p:nvPr/>
          </p:nvCxnSpPr>
          <p:spPr>
            <a:xfrm rot="10800000" flipH="1">
              <a:off x="4689400" y="2545175"/>
              <a:ext cx="1500900" cy="592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D2BDCD61-1ECD-35D3-C36F-A4263DC25A5E}"/>
                </a:ext>
              </a:extLst>
            </p:cNvPr>
            <p:cNvSpPr/>
            <p:nvPr/>
          </p:nvSpPr>
          <p:spPr>
            <a:xfrm>
              <a:off x="4369400" y="2794150"/>
              <a:ext cx="664500" cy="66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2;p15">
            <a:extLst>
              <a:ext uri="{FF2B5EF4-FFF2-40B4-BE49-F238E27FC236}">
                <a16:creationId xmlns:a16="http://schemas.microsoft.com/office/drawing/2014/main" id="{3CA377B6-3C35-FA67-3F4A-6E04A678F356}"/>
              </a:ext>
            </a:extLst>
          </p:cNvPr>
          <p:cNvGrpSpPr/>
          <p:nvPr/>
        </p:nvGrpSpPr>
        <p:grpSpPr>
          <a:xfrm rot="1578645" flipH="1">
            <a:off x="3743151" y="4931750"/>
            <a:ext cx="1518458" cy="2046144"/>
            <a:chOff x="4995600" y="2545225"/>
            <a:chExt cx="1194775" cy="1601775"/>
          </a:xfrm>
        </p:grpSpPr>
        <p:cxnSp>
          <p:nvCxnSpPr>
            <p:cNvPr id="19" name="Google Shape;73;p15">
              <a:extLst>
                <a:ext uri="{FF2B5EF4-FFF2-40B4-BE49-F238E27FC236}">
                  <a16:creationId xmlns:a16="http://schemas.microsoft.com/office/drawing/2014/main" id="{2FF28DFA-346C-D6F8-171D-FF8F4CA0DFBA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4A5E3380-F58D-6715-5153-ED5B5A40BDD2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1" name="Google Shape;75;p15">
            <a:extLst>
              <a:ext uri="{FF2B5EF4-FFF2-40B4-BE49-F238E27FC236}">
                <a16:creationId xmlns:a16="http://schemas.microsoft.com/office/drawing/2014/main" id="{C4886FEF-4741-1F65-32DB-0503BE676232}"/>
              </a:ext>
            </a:extLst>
          </p:cNvPr>
          <p:cNvGrpSpPr/>
          <p:nvPr/>
        </p:nvGrpSpPr>
        <p:grpSpPr>
          <a:xfrm rot="1578645" flipH="1">
            <a:off x="2664484" y="4586743"/>
            <a:ext cx="1646280" cy="794174"/>
            <a:chOff x="6190400" y="2545375"/>
            <a:chExt cx="1295350" cy="621700"/>
          </a:xfrm>
        </p:grpSpPr>
        <p:cxnSp>
          <p:nvCxnSpPr>
            <p:cNvPr id="22" name="Google Shape;76;p15">
              <a:extLst>
                <a:ext uri="{FF2B5EF4-FFF2-40B4-BE49-F238E27FC236}">
                  <a16:creationId xmlns:a16="http://schemas.microsoft.com/office/drawing/2014/main" id="{B6AAC219-7D2F-4D0F-BD7E-C589C6E52142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7;p15">
              <a:extLst>
                <a:ext uri="{FF2B5EF4-FFF2-40B4-BE49-F238E27FC236}">
                  <a16:creationId xmlns:a16="http://schemas.microsoft.com/office/drawing/2014/main" id="{DBDF7BB2-6BA5-FF88-53E6-C0045E910BA8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78;p15">
            <a:extLst>
              <a:ext uri="{FF2B5EF4-FFF2-40B4-BE49-F238E27FC236}">
                <a16:creationId xmlns:a16="http://schemas.microsoft.com/office/drawing/2014/main" id="{843EE669-944A-6EA6-13B0-F6FADB7DEA55}"/>
              </a:ext>
            </a:extLst>
          </p:cNvPr>
          <p:cNvGrpSpPr/>
          <p:nvPr/>
        </p:nvGrpSpPr>
        <p:grpSpPr>
          <a:xfrm rot="1578645" flipH="1">
            <a:off x="4116933" y="4849053"/>
            <a:ext cx="1858587" cy="580206"/>
            <a:chOff x="4718425" y="2096250"/>
            <a:chExt cx="1462400" cy="454200"/>
          </a:xfrm>
        </p:grpSpPr>
        <p:cxnSp>
          <p:nvCxnSpPr>
            <p:cNvPr id="25" name="Google Shape;79;p15">
              <a:extLst>
                <a:ext uri="{FF2B5EF4-FFF2-40B4-BE49-F238E27FC236}">
                  <a16:creationId xmlns:a16="http://schemas.microsoft.com/office/drawing/2014/main" id="{A4B32785-912F-9D25-DA44-55AA3129B6B1}"/>
                </a:ext>
              </a:extLst>
            </p:cNvPr>
            <p:cNvCxnSpPr/>
            <p:nvPr/>
          </p:nvCxnSpPr>
          <p:spPr>
            <a:xfrm>
              <a:off x="4947525" y="2334900"/>
              <a:ext cx="1233300" cy="2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80;p15">
              <a:extLst>
                <a:ext uri="{FF2B5EF4-FFF2-40B4-BE49-F238E27FC236}">
                  <a16:creationId xmlns:a16="http://schemas.microsoft.com/office/drawing/2014/main" id="{BAA40781-6DE9-05CE-47E9-AAF885785460}"/>
                </a:ext>
              </a:extLst>
            </p:cNvPr>
            <p:cNvSpPr/>
            <p:nvPr/>
          </p:nvSpPr>
          <p:spPr>
            <a:xfrm>
              <a:off x="4718425" y="2096250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2AE53C0B-CE08-A371-2EAD-45EAAAD42B90}"/>
              </a:ext>
            </a:extLst>
          </p:cNvPr>
          <p:cNvGrpSpPr/>
          <p:nvPr/>
        </p:nvGrpSpPr>
        <p:grpSpPr>
          <a:xfrm rot="1578645" flipH="1">
            <a:off x="3389773" y="3551576"/>
            <a:ext cx="1324596" cy="1330818"/>
            <a:chOff x="6185500" y="1498650"/>
            <a:chExt cx="1042238" cy="1041800"/>
          </a:xfrm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23C3F243-B810-8A06-8F61-EBE69183EBFC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F18CBDFB-2E4D-4A81-2A6F-2ACE65789A10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84;p15">
            <a:extLst>
              <a:ext uri="{FF2B5EF4-FFF2-40B4-BE49-F238E27FC236}">
                <a16:creationId xmlns:a16="http://schemas.microsoft.com/office/drawing/2014/main" id="{1CE20C03-6B1A-D6E1-E46A-8411645552A8}"/>
              </a:ext>
            </a:extLst>
          </p:cNvPr>
          <p:cNvGrpSpPr/>
          <p:nvPr/>
        </p:nvGrpSpPr>
        <p:grpSpPr>
          <a:xfrm rot="1578645" flipH="1">
            <a:off x="3610900" y="4378941"/>
            <a:ext cx="1488497" cy="1496118"/>
            <a:chOff x="5587975" y="1952850"/>
            <a:chExt cx="1171200" cy="1171200"/>
          </a:xfrm>
        </p:grpSpPr>
        <p:sp>
          <p:nvSpPr>
            <p:cNvPr id="31" name="Google Shape;85;p15">
              <a:extLst>
                <a:ext uri="{FF2B5EF4-FFF2-40B4-BE49-F238E27FC236}">
                  <a16:creationId xmlns:a16="http://schemas.microsoft.com/office/drawing/2014/main" id="{5B7B9CB3-7E48-9AFF-50AF-9CC0C79F7EDA}"/>
                </a:ext>
              </a:extLst>
            </p:cNvPr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;p15">
              <a:extLst>
                <a:ext uri="{FF2B5EF4-FFF2-40B4-BE49-F238E27FC236}">
                  <a16:creationId xmlns:a16="http://schemas.microsoft.com/office/drawing/2014/main" id="{D303D944-6587-43D7-96FA-F997033CF5B8}"/>
                </a:ext>
              </a:extLst>
            </p:cNvPr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/>
            </a:p>
          </p:txBody>
        </p:sp>
      </p:grpSp>
      <p:grpSp>
        <p:nvGrpSpPr>
          <p:cNvPr id="33" name="Google Shape;87;p15">
            <a:extLst>
              <a:ext uri="{FF2B5EF4-FFF2-40B4-BE49-F238E27FC236}">
                <a16:creationId xmlns:a16="http://schemas.microsoft.com/office/drawing/2014/main" id="{D7535EEE-1F7F-40C3-D0F0-40645812B920}"/>
              </a:ext>
            </a:extLst>
          </p:cNvPr>
          <p:cNvGrpSpPr/>
          <p:nvPr/>
        </p:nvGrpSpPr>
        <p:grpSpPr>
          <a:xfrm>
            <a:off x="3962647" y="4697186"/>
            <a:ext cx="691341" cy="693586"/>
            <a:chOff x="1421638" y="4125629"/>
            <a:chExt cx="374709" cy="374010"/>
          </a:xfrm>
        </p:grpSpPr>
        <p:sp>
          <p:nvSpPr>
            <p:cNvPr id="34" name="Google Shape;88;p15">
              <a:extLst>
                <a:ext uri="{FF2B5EF4-FFF2-40B4-BE49-F238E27FC236}">
                  <a16:creationId xmlns:a16="http://schemas.microsoft.com/office/drawing/2014/main" id="{321C2C0D-55F8-4EE7-6A5B-2E55E383A5B8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;p15">
              <a:extLst>
                <a:ext uri="{FF2B5EF4-FFF2-40B4-BE49-F238E27FC236}">
                  <a16:creationId xmlns:a16="http://schemas.microsoft.com/office/drawing/2014/main" id="{C46C6461-FA84-A2DD-429C-D047D16E2F2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" name="Picture 2" descr="Teams">
            <a:extLst>
              <a:ext uri="{FF2B5EF4-FFF2-40B4-BE49-F238E27FC236}">
                <a16:creationId xmlns:a16="http://schemas.microsoft.com/office/drawing/2014/main" id="{4872E3CD-7E19-9C16-C6CB-25C0F85B5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479" y="1382915"/>
            <a:ext cx="1329584" cy="132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 descr="PowerPoint">
            <a:extLst>
              <a:ext uri="{FF2B5EF4-FFF2-40B4-BE49-F238E27FC236}">
                <a16:creationId xmlns:a16="http://schemas.microsoft.com/office/drawing/2014/main" id="{7BA27EF4-17AE-CCB3-1114-0D8B29E14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02" y="1342891"/>
            <a:ext cx="1448278" cy="1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GitHub">
            <a:extLst>
              <a:ext uri="{FF2B5EF4-FFF2-40B4-BE49-F238E27FC236}">
                <a16:creationId xmlns:a16="http://schemas.microsoft.com/office/drawing/2014/main" id="{445CEEAF-70BD-67F1-B9C4-A409D59D5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268" y="3125842"/>
            <a:ext cx="1524681" cy="152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2" descr="Word">
            <a:extLst>
              <a:ext uri="{FF2B5EF4-FFF2-40B4-BE49-F238E27FC236}">
                <a16:creationId xmlns:a16="http://schemas.microsoft.com/office/drawing/2014/main" id="{92BC5432-9AEB-FD86-2C5C-74A54250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262" y="1480374"/>
            <a:ext cx="1271232" cy="127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94FD77F-5DC5-1281-DD4E-C3AB1189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732" y="1480374"/>
            <a:ext cx="1329584" cy="132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Git">
            <a:extLst>
              <a:ext uri="{FF2B5EF4-FFF2-40B4-BE49-F238E27FC236}">
                <a16:creationId xmlns:a16="http://schemas.microsoft.com/office/drawing/2014/main" id="{CEC15462-AF09-0363-9E9B-5BA25F09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45" y="3071708"/>
            <a:ext cx="1448277" cy="144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24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54;p19">
            <a:extLst>
              <a:ext uri="{FF2B5EF4-FFF2-40B4-BE49-F238E27FC236}">
                <a16:creationId xmlns:a16="http://schemas.microsoft.com/office/drawing/2014/main" id="{870B9CFF-B3D5-1BDC-359B-F8C83016B663}"/>
              </a:ext>
            </a:extLst>
          </p:cNvPr>
          <p:cNvSpPr txBox="1">
            <a:spLocks/>
          </p:cNvSpPr>
          <p:nvPr/>
        </p:nvSpPr>
        <p:spPr>
          <a:xfrm>
            <a:off x="2332435" y="953367"/>
            <a:ext cx="5771739" cy="2971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dirty="0">
                <a:solidFill>
                  <a:schemeClr val="tx1"/>
                </a:solidFill>
                <a:latin typeface="Agency FB" panose="020B0503020202020204" pitchFamily="34" charset="0"/>
              </a:rPr>
              <a:t>Now let’s move onto the project…</a:t>
            </a:r>
            <a:endParaRPr lang="bg-BG" sz="4800" dirty="0">
              <a:solidFill>
                <a:schemeClr val="tx1"/>
              </a:solidFill>
            </a:endParaRPr>
          </a:p>
        </p:txBody>
      </p:sp>
      <p:grpSp>
        <p:nvGrpSpPr>
          <p:cNvPr id="12" name="Google Shape;66;p15">
            <a:extLst>
              <a:ext uri="{FF2B5EF4-FFF2-40B4-BE49-F238E27FC236}">
                <a16:creationId xmlns:a16="http://schemas.microsoft.com/office/drawing/2014/main" id="{053897F2-C6DE-02DD-4332-E153ED013F0E}"/>
              </a:ext>
            </a:extLst>
          </p:cNvPr>
          <p:cNvGrpSpPr/>
          <p:nvPr/>
        </p:nvGrpSpPr>
        <p:grpSpPr>
          <a:xfrm rot="1578645" flipH="1">
            <a:off x="6525736" y="3912766"/>
            <a:ext cx="7175244" cy="2779168"/>
            <a:chOff x="6185550" y="1814200"/>
            <a:chExt cx="1857250" cy="731150"/>
          </a:xfrm>
        </p:grpSpPr>
        <p:cxnSp>
          <p:nvCxnSpPr>
            <p:cNvPr id="13" name="Google Shape;67;p15">
              <a:extLst>
                <a:ext uri="{FF2B5EF4-FFF2-40B4-BE49-F238E27FC236}">
                  <a16:creationId xmlns:a16="http://schemas.microsoft.com/office/drawing/2014/main" id="{B22B5A0A-F819-A372-E8DA-15561FBA1461}"/>
                </a:ext>
              </a:extLst>
            </p:cNvPr>
            <p:cNvCxnSpPr/>
            <p:nvPr/>
          </p:nvCxnSpPr>
          <p:spPr>
            <a:xfrm flipH="1">
              <a:off x="6185550" y="2158050"/>
              <a:ext cx="1534500" cy="387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A1DF3D71-259E-1B63-6AE9-926EE223F6A1}"/>
                </a:ext>
              </a:extLst>
            </p:cNvPr>
            <p:cNvSpPr/>
            <p:nvPr/>
          </p:nvSpPr>
          <p:spPr>
            <a:xfrm>
              <a:off x="7378300" y="1814200"/>
              <a:ext cx="664500" cy="66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5" name="Google Shape;57;p15">
            <a:extLst>
              <a:ext uri="{FF2B5EF4-FFF2-40B4-BE49-F238E27FC236}">
                <a16:creationId xmlns:a16="http://schemas.microsoft.com/office/drawing/2014/main" id="{EF15BDD7-9D58-2AED-371F-ADE3BBE4C3DF}"/>
              </a:ext>
            </a:extLst>
          </p:cNvPr>
          <p:cNvGrpSpPr/>
          <p:nvPr/>
        </p:nvGrpSpPr>
        <p:grpSpPr>
          <a:xfrm rot="21131240" flipH="1">
            <a:off x="1009453" y="3424102"/>
            <a:ext cx="4079514" cy="4473794"/>
            <a:chOff x="4718425" y="934625"/>
            <a:chExt cx="1467100" cy="1605800"/>
          </a:xfrm>
        </p:grpSpPr>
        <p:cxnSp>
          <p:nvCxnSpPr>
            <p:cNvPr id="16" name="Google Shape;58;p15">
              <a:extLst>
                <a:ext uri="{FF2B5EF4-FFF2-40B4-BE49-F238E27FC236}">
                  <a16:creationId xmlns:a16="http://schemas.microsoft.com/office/drawing/2014/main" id="{19234674-4814-C7BA-1258-91839BFD36F6}"/>
                </a:ext>
              </a:extLst>
            </p:cNvPr>
            <p:cNvCxnSpPr/>
            <p:nvPr/>
          </p:nvCxnSpPr>
          <p:spPr>
            <a:xfrm>
              <a:off x="5119625" y="1316725"/>
              <a:ext cx="1065900" cy="1223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" name="Google Shape;59;p15">
              <a:extLst>
                <a:ext uri="{FF2B5EF4-FFF2-40B4-BE49-F238E27FC236}">
                  <a16:creationId xmlns:a16="http://schemas.microsoft.com/office/drawing/2014/main" id="{4AB28075-9D5A-4372-2D6B-A888143A9CB3}"/>
                </a:ext>
              </a:extLst>
            </p:cNvPr>
            <p:cNvSpPr/>
            <p:nvPr/>
          </p:nvSpPr>
          <p:spPr>
            <a:xfrm>
              <a:off x="4718425" y="934625"/>
              <a:ext cx="826800" cy="826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8" name="Google Shape;75;p15">
            <a:extLst>
              <a:ext uri="{FF2B5EF4-FFF2-40B4-BE49-F238E27FC236}">
                <a16:creationId xmlns:a16="http://schemas.microsoft.com/office/drawing/2014/main" id="{1C4968D7-A7C3-31C6-A645-C08300210FD4}"/>
              </a:ext>
            </a:extLst>
          </p:cNvPr>
          <p:cNvGrpSpPr/>
          <p:nvPr/>
        </p:nvGrpSpPr>
        <p:grpSpPr>
          <a:xfrm rot="1578645" flipH="1">
            <a:off x="7650835" y="-547626"/>
            <a:ext cx="6262031" cy="3276058"/>
            <a:chOff x="6190400" y="2545375"/>
            <a:chExt cx="1295350" cy="621700"/>
          </a:xfrm>
        </p:grpSpPr>
        <p:cxnSp>
          <p:nvCxnSpPr>
            <p:cNvPr id="19" name="Google Shape;76;p15">
              <a:extLst>
                <a:ext uri="{FF2B5EF4-FFF2-40B4-BE49-F238E27FC236}">
                  <a16:creationId xmlns:a16="http://schemas.microsoft.com/office/drawing/2014/main" id="{5BBD88B2-C746-4A02-313D-B8EAA9E9F77C}"/>
                </a:ext>
              </a:extLst>
            </p:cNvPr>
            <p:cNvCxnSpPr/>
            <p:nvPr/>
          </p:nvCxnSpPr>
          <p:spPr>
            <a:xfrm rot="10800000">
              <a:off x="6190400" y="2545375"/>
              <a:ext cx="1085100" cy="401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7;p15">
              <a:extLst>
                <a:ext uri="{FF2B5EF4-FFF2-40B4-BE49-F238E27FC236}">
                  <a16:creationId xmlns:a16="http://schemas.microsoft.com/office/drawing/2014/main" id="{70E1C7EA-9B79-A48B-6EF7-C8A49129B9D1}"/>
                </a:ext>
              </a:extLst>
            </p:cNvPr>
            <p:cNvSpPr/>
            <p:nvPr/>
          </p:nvSpPr>
          <p:spPr>
            <a:xfrm>
              <a:off x="7031550" y="2712875"/>
              <a:ext cx="454200" cy="454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72;p15">
            <a:extLst>
              <a:ext uri="{FF2B5EF4-FFF2-40B4-BE49-F238E27FC236}">
                <a16:creationId xmlns:a16="http://schemas.microsoft.com/office/drawing/2014/main" id="{EF8BAE16-7A6C-1C3D-0508-9EF741430737}"/>
              </a:ext>
            </a:extLst>
          </p:cNvPr>
          <p:cNvGrpSpPr/>
          <p:nvPr/>
        </p:nvGrpSpPr>
        <p:grpSpPr>
          <a:xfrm rot="1578645" flipH="1">
            <a:off x="-128278" y="-4084209"/>
            <a:ext cx="4200248" cy="5701212"/>
            <a:chOff x="4995600" y="2545225"/>
            <a:chExt cx="1194775" cy="1601775"/>
          </a:xfrm>
        </p:grpSpPr>
        <p:cxnSp>
          <p:nvCxnSpPr>
            <p:cNvPr id="22" name="Google Shape;73;p15">
              <a:extLst>
                <a:ext uri="{FF2B5EF4-FFF2-40B4-BE49-F238E27FC236}">
                  <a16:creationId xmlns:a16="http://schemas.microsoft.com/office/drawing/2014/main" id="{C49C5228-E03C-7ED1-F3B9-0DFE8C1277DD}"/>
                </a:ext>
              </a:extLst>
            </p:cNvPr>
            <p:cNvCxnSpPr/>
            <p:nvPr/>
          </p:nvCxnSpPr>
          <p:spPr>
            <a:xfrm rot="10800000" flipH="1">
              <a:off x="5325175" y="2545225"/>
              <a:ext cx="865200" cy="1305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74;p15">
              <a:extLst>
                <a:ext uri="{FF2B5EF4-FFF2-40B4-BE49-F238E27FC236}">
                  <a16:creationId xmlns:a16="http://schemas.microsoft.com/office/drawing/2014/main" id="{40DA009B-2494-3C4E-A03D-FADF94409D1A}"/>
                </a:ext>
              </a:extLst>
            </p:cNvPr>
            <p:cNvSpPr/>
            <p:nvPr/>
          </p:nvSpPr>
          <p:spPr>
            <a:xfrm>
              <a:off x="4995600" y="3482500"/>
              <a:ext cx="664500" cy="66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4" name="Google Shape;60;p15">
            <a:extLst>
              <a:ext uri="{FF2B5EF4-FFF2-40B4-BE49-F238E27FC236}">
                <a16:creationId xmlns:a16="http://schemas.microsoft.com/office/drawing/2014/main" id="{6A462997-47EC-EC3E-2159-9574C753C9C3}"/>
              </a:ext>
            </a:extLst>
          </p:cNvPr>
          <p:cNvGrpSpPr/>
          <p:nvPr/>
        </p:nvGrpSpPr>
        <p:grpSpPr>
          <a:xfrm rot="13018143" flipH="1">
            <a:off x="-899966" y="2226741"/>
            <a:ext cx="2442276" cy="5060482"/>
            <a:chOff x="6176375" y="2540550"/>
            <a:chExt cx="826800" cy="1668325"/>
          </a:xfrm>
        </p:grpSpPr>
        <p:cxnSp>
          <p:nvCxnSpPr>
            <p:cNvPr id="25" name="Google Shape;61;p15">
              <a:extLst>
                <a:ext uri="{FF2B5EF4-FFF2-40B4-BE49-F238E27FC236}">
                  <a16:creationId xmlns:a16="http://schemas.microsoft.com/office/drawing/2014/main" id="{CABD8841-A2F6-39AA-7DB3-16C5B9D52469}"/>
                </a:ext>
              </a:extLst>
            </p:cNvPr>
            <p:cNvCxnSpPr/>
            <p:nvPr/>
          </p:nvCxnSpPr>
          <p:spPr>
            <a:xfrm rot="10800000">
              <a:off x="6190500" y="2540550"/>
              <a:ext cx="406200" cy="1281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62;p15">
              <a:extLst>
                <a:ext uri="{FF2B5EF4-FFF2-40B4-BE49-F238E27FC236}">
                  <a16:creationId xmlns:a16="http://schemas.microsoft.com/office/drawing/2014/main" id="{E9842E21-FB41-04F6-1B06-765B4F73D010}"/>
                </a:ext>
              </a:extLst>
            </p:cNvPr>
            <p:cNvSpPr/>
            <p:nvPr/>
          </p:nvSpPr>
          <p:spPr>
            <a:xfrm>
              <a:off x="6176375" y="3382075"/>
              <a:ext cx="826800" cy="82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5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7" name="Google Shape;81;p15">
            <a:extLst>
              <a:ext uri="{FF2B5EF4-FFF2-40B4-BE49-F238E27FC236}">
                <a16:creationId xmlns:a16="http://schemas.microsoft.com/office/drawing/2014/main" id="{0DF0CCFC-4B7E-A3F2-4929-65CF0F27EC3C}"/>
              </a:ext>
            </a:extLst>
          </p:cNvPr>
          <p:cNvGrpSpPr/>
          <p:nvPr/>
        </p:nvGrpSpPr>
        <p:grpSpPr>
          <a:xfrm rot="15403300" flipH="1">
            <a:off x="3954823" y="-4726972"/>
            <a:ext cx="5878322" cy="5817805"/>
            <a:chOff x="6185500" y="1498650"/>
            <a:chExt cx="1042238" cy="1041800"/>
          </a:xfrm>
        </p:grpSpPr>
        <p:cxnSp>
          <p:nvCxnSpPr>
            <p:cNvPr id="28" name="Google Shape;82;p15">
              <a:extLst>
                <a:ext uri="{FF2B5EF4-FFF2-40B4-BE49-F238E27FC236}">
                  <a16:creationId xmlns:a16="http://schemas.microsoft.com/office/drawing/2014/main" id="{87A961E3-6593-86A2-932F-9AFF2C4CE088}"/>
                </a:ext>
              </a:extLst>
            </p:cNvPr>
            <p:cNvCxnSpPr/>
            <p:nvPr/>
          </p:nvCxnSpPr>
          <p:spPr>
            <a:xfrm flipH="1">
              <a:off x="6185500" y="1746950"/>
              <a:ext cx="822300" cy="79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228E07FD-27AA-BA82-9D55-0DF868F69991}"/>
                </a:ext>
              </a:extLst>
            </p:cNvPr>
            <p:cNvSpPr/>
            <p:nvPr/>
          </p:nvSpPr>
          <p:spPr>
            <a:xfrm>
              <a:off x="6773538" y="1498650"/>
              <a:ext cx="454200" cy="454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969962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Project Managemen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B831"/>
      </a:accent1>
      <a:accent2>
        <a:srgbClr val="FB8569"/>
      </a:accent2>
      <a:accent3>
        <a:srgbClr val="FB569C"/>
      </a:accent3>
      <a:accent4>
        <a:srgbClr val="E850E0"/>
      </a:accent4>
      <a:accent5>
        <a:srgbClr val="8225E2"/>
      </a:accent5>
      <a:accent6>
        <a:srgbClr val="9C27B0"/>
      </a:accent6>
      <a:hlink>
        <a:srgbClr val="FBB8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133</Words>
  <Application>Microsoft Office PowerPoint</Application>
  <PresentationFormat>On-screen Show (16:9)</PresentationFormat>
  <Paragraphs>30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Agency FB</vt:lpstr>
      <vt:lpstr>Amasis MT Pro Medium</vt:lpstr>
      <vt:lpstr>Arial</vt:lpstr>
      <vt:lpstr>Felix Titling</vt:lpstr>
      <vt:lpstr>Fira Sans Extra Condensed Medium</vt:lpstr>
      <vt:lpstr>Fira Sans Extra Condensed SemiBold</vt:lpstr>
      <vt:lpstr>Roboto</vt:lpstr>
      <vt:lpstr>Project Management Infographics by Slidesgo</vt:lpstr>
      <vt:lpstr>Synonum &lt;game&gt;</vt:lpstr>
      <vt:lpstr>Our team</vt:lpstr>
      <vt:lpstr>About our project</vt:lpstr>
      <vt:lpstr>Progress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Мариела Я. Апостолова</cp:lastModifiedBy>
  <cp:revision>13</cp:revision>
  <dcterms:modified xsi:type="dcterms:W3CDTF">2025-12-08T09:49:50Z</dcterms:modified>
</cp:coreProperties>
</file>