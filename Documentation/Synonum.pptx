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62" r:id="rId3"/>
    <p:sldId id="260" r:id="rId4"/>
    <p:sldId id="261" r:id="rId5"/>
    <p:sldId id="263" r:id="rId6"/>
    <p:sldId id="264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A3C6"/>
    <a:srgbClr val="59BBB7"/>
    <a:srgbClr val="4E6BB0"/>
    <a:srgbClr val="605FA6"/>
    <a:srgbClr val="583974"/>
    <a:srgbClr val="FFFFFF"/>
    <a:srgbClr val="FEF1D6"/>
    <a:srgbClr val="6E519D"/>
    <a:srgbClr val="58B3BD"/>
    <a:srgbClr val="58B6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bg-BG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8d1d11c1ec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bg-BG"/>
          </a:p>
        </p:txBody>
      </p:sp>
      <p:sp>
        <p:nvSpPr>
          <p:cNvPr id="53" name="Google Shape;53;g8d1d11c1ec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8e8b782381_0_1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bg-BG"/>
          </a:p>
        </p:txBody>
      </p:sp>
      <p:sp>
        <p:nvSpPr>
          <p:cNvPr id="361" name="Google Shape;361;g8e8b782381_0_1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8a1b6e5601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bg-BG"/>
          </a:p>
        </p:txBody>
      </p:sp>
      <p:sp>
        <p:nvSpPr>
          <p:cNvPr id="252" name="Google Shape;252;g8a1b6e5601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8e8b782381_0_1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bg-BG"/>
          </a:p>
        </p:txBody>
      </p:sp>
      <p:sp>
        <p:nvSpPr>
          <p:cNvPr id="298" name="Google Shape;298;g8e8b782381_0_1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717025" y="1280400"/>
            <a:ext cx="3436500" cy="21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5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717025" y="3445200"/>
            <a:ext cx="3945300" cy="4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5005091" y="505536"/>
            <a:ext cx="3473592" cy="31317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u="sng" dirty="0" err="1">
                <a:solidFill>
                  <a:srgbClr val="4DA3C6"/>
                </a:solidFill>
                <a:latin typeface="Amasis MT Pro Medium" panose="02040604050005020304" pitchFamily="18" charset="0"/>
              </a:rPr>
              <a:t>S</a:t>
            </a:r>
            <a:r>
              <a:rPr lang="en-US" u="sng" dirty="0" err="1">
                <a:solidFill>
                  <a:srgbClr val="4E6BB0"/>
                </a:solidFill>
                <a:latin typeface="Amasis MT Pro Medium" panose="02040604050005020304" pitchFamily="18" charset="0"/>
              </a:rPr>
              <a:t>y</a:t>
            </a:r>
            <a:r>
              <a:rPr lang="en-US" u="sng" dirty="0" err="1">
                <a:solidFill>
                  <a:srgbClr val="6E519D"/>
                </a:solidFill>
                <a:latin typeface="Amasis MT Pro Medium" panose="02040604050005020304" pitchFamily="18" charset="0"/>
              </a:rPr>
              <a:t>n</a:t>
            </a:r>
            <a:r>
              <a:rPr lang="en-US" u="sng" dirty="0" err="1">
                <a:solidFill>
                  <a:srgbClr val="605FA6"/>
                </a:solidFill>
                <a:latin typeface="Amasis MT Pro Medium" panose="02040604050005020304" pitchFamily="18" charset="0"/>
              </a:rPr>
              <a:t>o</a:t>
            </a:r>
            <a:r>
              <a:rPr lang="en-US" u="sng" dirty="0" err="1">
                <a:solidFill>
                  <a:srgbClr val="4DA3C6"/>
                </a:solidFill>
                <a:latin typeface="Amasis MT Pro Medium" panose="02040604050005020304" pitchFamily="18" charset="0"/>
              </a:rPr>
              <a:t>N</a:t>
            </a:r>
            <a:r>
              <a:rPr lang="en-US" u="sng" dirty="0" err="1">
                <a:solidFill>
                  <a:srgbClr val="58B6BC"/>
                </a:solidFill>
                <a:latin typeface="Amasis MT Pro Medium" panose="02040604050005020304" pitchFamily="18" charset="0"/>
              </a:rPr>
              <a:t>u</a:t>
            </a:r>
            <a:r>
              <a:rPr lang="en-US" u="sng" dirty="0" err="1">
                <a:solidFill>
                  <a:srgbClr val="4E6BB0"/>
                </a:solidFill>
                <a:latin typeface="Amasis MT Pro Medium" panose="02040604050005020304" pitchFamily="18" charset="0"/>
              </a:rPr>
              <a:t>m</a:t>
            </a:r>
            <a:br>
              <a:rPr lang="en-US" u="sng" dirty="0">
                <a:solidFill>
                  <a:srgbClr val="FBB831"/>
                </a:solidFill>
                <a:latin typeface="Amasis MT Pro Medium" panose="02040604050005020304" pitchFamily="18" charset="0"/>
              </a:rPr>
            </a:br>
            <a:r>
              <a:rPr lang="en-US" sz="2000" dirty="0">
                <a:solidFill>
                  <a:srgbClr val="FB569C"/>
                </a:solidFill>
                <a:latin typeface="Amasis MT Pro Medium" panose="02040604050005020304" pitchFamily="18" charset="0"/>
              </a:rPr>
              <a:t> </a:t>
            </a:r>
            <a:r>
              <a:rPr lang="en-US" sz="2000" dirty="0">
                <a:solidFill>
                  <a:srgbClr val="2F2142"/>
                </a:solidFill>
                <a:latin typeface="Amasis MT Pro Medium" panose="02040604050005020304" pitchFamily="18" charset="0"/>
              </a:rPr>
              <a:t>Add the Numbers, Find the Words. </a:t>
            </a:r>
            <a:r>
              <a:rPr lang="en-US" sz="2000" dirty="0">
                <a:solidFill>
                  <a:srgbClr val="2F2142"/>
                </a:solidFill>
                <a:latin typeface="Amasis MT Pro Medium" panose="02040604050005020304" pitchFamily="18" charset="0"/>
                <a:sym typeface="Wingdings" panose="05000000000000000000" pitchFamily="2" charset="2"/>
              </a:rPr>
              <a:t> </a:t>
            </a:r>
            <a:endParaRPr dirty="0">
              <a:solidFill>
                <a:srgbClr val="2F2142"/>
              </a:solidFill>
              <a:latin typeface="Amasis MT Pro Medium" panose="02040604050005020304" pitchFamily="18" charset="0"/>
            </a:endParaRPr>
          </a:p>
        </p:txBody>
      </p:sp>
      <p:grpSp>
        <p:nvGrpSpPr>
          <p:cNvPr id="57" name="Google Shape;57;p15"/>
          <p:cNvGrpSpPr/>
          <p:nvPr/>
        </p:nvGrpSpPr>
        <p:grpSpPr>
          <a:xfrm rot="1578645" flipH="1">
            <a:off x="2731727" y="1134112"/>
            <a:ext cx="1566930" cy="1715068"/>
            <a:chOff x="4718425" y="934625"/>
            <a:chExt cx="1467100" cy="1605800"/>
          </a:xfrm>
          <a:solidFill>
            <a:srgbClr val="53ADC2"/>
          </a:solidFill>
        </p:grpSpPr>
        <p:cxnSp>
          <p:nvCxnSpPr>
            <p:cNvPr id="58" name="Google Shape;58;p15"/>
            <p:cNvCxnSpPr/>
            <p:nvPr/>
          </p:nvCxnSpPr>
          <p:spPr>
            <a:xfrm>
              <a:off x="5119625" y="1316725"/>
              <a:ext cx="1065900" cy="12237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9" name="Google Shape;59;p15"/>
            <p:cNvSpPr/>
            <p:nvPr/>
          </p:nvSpPr>
          <p:spPr>
            <a:xfrm>
              <a:off x="4718425" y="934625"/>
              <a:ext cx="826800" cy="8268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0" name="Google Shape;60;p15"/>
          <p:cNvGrpSpPr/>
          <p:nvPr/>
        </p:nvGrpSpPr>
        <p:grpSpPr>
          <a:xfrm rot="1578645" flipH="1">
            <a:off x="1209287" y="2129531"/>
            <a:ext cx="883060" cy="1781848"/>
            <a:chOff x="6176375" y="2540550"/>
            <a:chExt cx="826800" cy="1668325"/>
          </a:xfrm>
          <a:solidFill>
            <a:srgbClr val="417BBB"/>
          </a:solidFill>
        </p:grpSpPr>
        <p:cxnSp>
          <p:nvCxnSpPr>
            <p:cNvPr id="61" name="Google Shape;61;p15"/>
            <p:cNvCxnSpPr/>
            <p:nvPr/>
          </p:nvCxnSpPr>
          <p:spPr>
            <a:xfrm rot="10800000">
              <a:off x="6190500" y="2540550"/>
              <a:ext cx="406200" cy="12810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2" name="Google Shape;62;p15"/>
            <p:cNvSpPr/>
            <p:nvPr/>
          </p:nvSpPr>
          <p:spPr>
            <a:xfrm>
              <a:off x="6176375" y="3382075"/>
              <a:ext cx="826800" cy="8268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3" name="Google Shape;63;p15"/>
          <p:cNvGrpSpPr/>
          <p:nvPr/>
        </p:nvGrpSpPr>
        <p:grpSpPr>
          <a:xfrm rot="1578645" flipH="1">
            <a:off x="2276008" y="697150"/>
            <a:ext cx="709717" cy="1720355"/>
            <a:chOff x="6042175" y="934625"/>
            <a:chExt cx="664500" cy="1610750"/>
          </a:xfrm>
          <a:solidFill>
            <a:srgbClr val="70539E"/>
          </a:solidFill>
        </p:grpSpPr>
        <p:cxnSp>
          <p:nvCxnSpPr>
            <p:cNvPr id="64" name="Google Shape;64;p15"/>
            <p:cNvCxnSpPr/>
            <p:nvPr/>
          </p:nvCxnSpPr>
          <p:spPr>
            <a:xfrm flipH="1">
              <a:off x="6190500" y="1278475"/>
              <a:ext cx="191100" cy="12669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5" name="Google Shape;65;p15"/>
            <p:cNvSpPr/>
            <p:nvPr/>
          </p:nvSpPr>
          <p:spPr>
            <a:xfrm>
              <a:off x="6042175" y="934625"/>
              <a:ext cx="664500" cy="664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6" name="Google Shape;66;p15"/>
          <p:cNvGrpSpPr/>
          <p:nvPr/>
        </p:nvGrpSpPr>
        <p:grpSpPr>
          <a:xfrm rot="1578645" flipH="1">
            <a:off x="722626" y="1237720"/>
            <a:ext cx="1983628" cy="780902"/>
            <a:chOff x="6185550" y="1814200"/>
            <a:chExt cx="1857250" cy="731150"/>
          </a:xfrm>
          <a:solidFill>
            <a:srgbClr val="58B3BD"/>
          </a:solidFill>
        </p:grpSpPr>
        <p:cxnSp>
          <p:nvCxnSpPr>
            <p:cNvPr id="67" name="Google Shape;67;p15"/>
            <p:cNvCxnSpPr/>
            <p:nvPr/>
          </p:nvCxnSpPr>
          <p:spPr>
            <a:xfrm flipH="1">
              <a:off x="6185550" y="2158050"/>
              <a:ext cx="1534500" cy="3873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" name="Google Shape;68;p15"/>
            <p:cNvSpPr/>
            <p:nvPr/>
          </p:nvSpPr>
          <p:spPr>
            <a:xfrm>
              <a:off x="7378300" y="1814200"/>
              <a:ext cx="664500" cy="664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9" name="Google Shape;69;p15"/>
          <p:cNvGrpSpPr/>
          <p:nvPr/>
        </p:nvGrpSpPr>
        <p:grpSpPr>
          <a:xfrm rot="1578645" flipH="1">
            <a:off x="2109021" y="2795838"/>
            <a:ext cx="1944805" cy="975633"/>
            <a:chOff x="4369400" y="2545175"/>
            <a:chExt cx="1820900" cy="913475"/>
          </a:xfrm>
          <a:solidFill>
            <a:srgbClr val="5D61A8"/>
          </a:solidFill>
        </p:grpSpPr>
        <p:cxnSp>
          <p:nvCxnSpPr>
            <p:cNvPr id="70" name="Google Shape;70;p15"/>
            <p:cNvCxnSpPr/>
            <p:nvPr/>
          </p:nvCxnSpPr>
          <p:spPr>
            <a:xfrm rot="10800000" flipH="1">
              <a:off x="4689400" y="2545175"/>
              <a:ext cx="1500900" cy="5928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1" name="Google Shape;71;p15"/>
            <p:cNvSpPr/>
            <p:nvPr/>
          </p:nvSpPr>
          <p:spPr>
            <a:xfrm>
              <a:off x="4369400" y="2794150"/>
              <a:ext cx="664500" cy="664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2" name="Google Shape;72;p15"/>
          <p:cNvGrpSpPr/>
          <p:nvPr/>
        </p:nvGrpSpPr>
        <p:grpSpPr>
          <a:xfrm rot="1578645" flipH="1">
            <a:off x="1980644" y="2609568"/>
            <a:ext cx="1276075" cy="1710769"/>
            <a:chOff x="4995600" y="2545225"/>
            <a:chExt cx="1194775" cy="1601775"/>
          </a:xfrm>
          <a:solidFill>
            <a:srgbClr val="55B0C0"/>
          </a:solidFill>
        </p:grpSpPr>
        <p:cxnSp>
          <p:nvCxnSpPr>
            <p:cNvPr id="73" name="Google Shape;73;p15"/>
            <p:cNvCxnSpPr/>
            <p:nvPr/>
          </p:nvCxnSpPr>
          <p:spPr>
            <a:xfrm rot="10800000" flipH="1">
              <a:off x="5325175" y="2545225"/>
              <a:ext cx="865200" cy="13050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" name="Google Shape;74;p15"/>
            <p:cNvSpPr/>
            <p:nvPr/>
          </p:nvSpPr>
          <p:spPr>
            <a:xfrm>
              <a:off x="4995600" y="3482500"/>
              <a:ext cx="664500" cy="664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5" name="Google Shape;75;p15"/>
          <p:cNvGrpSpPr/>
          <p:nvPr/>
        </p:nvGrpSpPr>
        <p:grpSpPr>
          <a:xfrm rot="1578645" flipH="1">
            <a:off x="966801" y="2074508"/>
            <a:ext cx="1383493" cy="664004"/>
            <a:chOff x="6190400" y="2545375"/>
            <a:chExt cx="1295350" cy="621700"/>
          </a:xfrm>
          <a:solidFill>
            <a:srgbClr val="6E519D"/>
          </a:solidFill>
        </p:grpSpPr>
        <p:cxnSp>
          <p:nvCxnSpPr>
            <p:cNvPr id="76" name="Google Shape;76;p15"/>
            <p:cNvCxnSpPr/>
            <p:nvPr/>
          </p:nvCxnSpPr>
          <p:spPr>
            <a:xfrm rot="10800000">
              <a:off x="6190400" y="2545375"/>
              <a:ext cx="1085100" cy="4014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7" name="Google Shape;77;p15"/>
            <p:cNvSpPr/>
            <p:nvPr/>
          </p:nvSpPr>
          <p:spPr>
            <a:xfrm>
              <a:off x="7031550" y="2712875"/>
              <a:ext cx="454200" cy="4542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78;p15"/>
          <p:cNvGrpSpPr/>
          <p:nvPr/>
        </p:nvGrpSpPr>
        <p:grpSpPr>
          <a:xfrm rot="1578645" flipH="1">
            <a:off x="2459157" y="2311074"/>
            <a:ext cx="1561911" cy="485107"/>
            <a:chOff x="4718425" y="2096250"/>
            <a:chExt cx="1462400" cy="454200"/>
          </a:xfrm>
          <a:solidFill>
            <a:srgbClr val="2F2142"/>
          </a:solidFill>
        </p:grpSpPr>
        <p:cxnSp>
          <p:nvCxnSpPr>
            <p:cNvPr id="79" name="Google Shape;79;p15"/>
            <p:cNvCxnSpPr/>
            <p:nvPr/>
          </p:nvCxnSpPr>
          <p:spPr>
            <a:xfrm>
              <a:off x="4947525" y="2334900"/>
              <a:ext cx="1233300" cy="2055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0" name="Google Shape;80;p15"/>
            <p:cNvSpPr/>
            <p:nvPr/>
          </p:nvSpPr>
          <p:spPr>
            <a:xfrm>
              <a:off x="4718425" y="2096250"/>
              <a:ext cx="454200" cy="4542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15"/>
          <p:cNvGrpSpPr/>
          <p:nvPr/>
        </p:nvGrpSpPr>
        <p:grpSpPr>
          <a:xfrm rot="1578645" flipH="1">
            <a:off x="1623907" y="1111363"/>
            <a:ext cx="1113158" cy="1112690"/>
            <a:chOff x="6185500" y="1498650"/>
            <a:chExt cx="1042238" cy="1041800"/>
          </a:xfrm>
          <a:solidFill>
            <a:srgbClr val="4E6BB0"/>
          </a:solidFill>
        </p:grpSpPr>
        <p:cxnSp>
          <p:nvCxnSpPr>
            <p:cNvPr id="82" name="Google Shape;82;p15"/>
            <p:cNvCxnSpPr/>
            <p:nvPr/>
          </p:nvCxnSpPr>
          <p:spPr>
            <a:xfrm flipH="1">
              <a:off x="6185500" y="1746950"/>
              <a:ext cx="822300" cy="7935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3" name="Google Shape;83;p15"/>
            <p:cNvSpPr/>
            <p:nvPr/>
          </p:nvSpPr>
          <p:spPr>
            <a:xfrm>
              <a:off x="6773538" y="1498650"/>
              <a:ext cx="454200" cy="4542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" name="Google Shape;84;p15"/>
          <p:cNvGrpSpPr/>
          <p:nvPr/>
        </p:nvGrpSpPr>
        <p:grpSpPr>
          <a:xfrm rot="1578645" flipH="1">
            <a:off x="1692765" y="1581135"/>
            <a:ext cx="1635702" cy="1673162"/>
            <a:chOff x="5587975" y="1952850"/>
            <a:chExt cx="1171200" cy="1171200"/>
          </a:xfrm>
        </p:grpSpPr>
        <p:sp>
          <p:nvSpPr>
            <p:cNvPr id="85" name="Google Shape;85;p15"/>
            <p:cNvSpPr/>
            <p:nvPr/>
          </p:nvSpPr>
          <p:spPr>
            <a:xfrm>
              <a:off x="5587975" y="1952850"/>
              <a:ext cx="1171200" cy="11712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5693059" y="2044455"/>
              <a:ext cx="999300" cy="99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dirty="0"/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B3BE8B-04DC-E5E5-FF93-137CFB3D0EED}"/>
              </a:ext>
            </a:extLst>
          </p:cNvPr>
          <p:cNvCxnSpPr>
            <a:cxnSpLocks/>
          </p:cNvCxnSpPr>
          <p:nvPr/>
        </p:nvCxnSpPr>
        <p:spPr>
          <a:xfrm>
            <a:off x="5005091" y="3832439"/>
            <a:ext cx="34735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6FCB60-C04A-A1D5-ACB4-4E67200C236D}"/>
              </a:ext>
            </a:extLst>
          </p:cNvPr>
          <p:cNvCxnSpPr>
            <a:cxnSpLocks/>
          </p:cNvCxnSpPr>
          <p:nvPr/>
        </p:nvCxnSpPr>
        <p:spPr>
          <a:xfrm>
            <a:off x="5028427" y="4449205"/>
            <a:ext cx="34651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6C6C85D3-D7CD-1E83-BA35-D767799B8B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90"/>
          <a:stretch>
            <a:fillRect/>
          </a:stretch>
        </p:blipFill>
        <p:spPr bwMode="auto">
          <a:xfrm>
            <a:off x="1312488" y="1575037"/>
            <a:ext cx="2395343" cy="1653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895977-1B70-965E-70D8-A8B9A3BEF865}"/>
              </a:ext>
            </a:extLst>
          </p:cNvPr>
          <p:cNvSpPr txBox="1"/>
          <p:nvPr/>
        </p:nvSpPr>
        <p:spPr>
          <a:xfrm>
            <a:off x="5028427" y="3864430"/>
            <a:ext cx="33795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masis MT Pro Medium" panose="02040604050005020304" pitchFamily="18" charset="0"/>
              </a:rPr>
              <a:t>Presentation made by the </a:t>
            </a:r>
            <a:r>
              <a:rPr lang="en-US" sz="1600" b="1" dirty="0" err="1">
                <a:solidFill>
                  <a:srgbClr val="417BBB"/>
                </a:solidFill>
                <a:latin typeface="Amasis MT Pro Medium" panose="02040604050005020304" pitchFamily="18" charset="0"/>
              </a:rPr>
              <a:t>SynoNum</a:t>
            </a:r>
            <a:r>
              <a:rPr lang="en-US" sz="1600" b="1" dirty="0">
                <a:latin typeface="Amasis MT Pro Medium" panose="02040604050005020304" pitchFamily="18" charset="0"/>
              </a:rPr>
              <a:t> team</a:t>
            </a:r>
            <a:endParaRPr lang="bg-BG" sz="1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1"/>
          <p:cNvSpPr txBox="1">
            <a:spLocks noGrp="1"/>
          </p:cNvSpPr>
          <p:nvPr>
            <p:ph type="title"/>
          </p:nvPr>
        </p:nvSpPr>
        <p:spPr>
          <a:xfrm>
            <a:off x="710275" y="37780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 dirty="0">
                <a:latin typeface="Amasis MT Pro Medium" panose="02040604050005020304" pitchFamily="18" charset="0"/>
              </a:rPr>
              <a:t>Our team</a:t>
            </a:r>
            <a:endParaRPr b="1" u="sng" dirty="0">
              <a:latin typeface="Amasis MT Pro Medium" panose="02040604050005020304" pitchFamily="18" charset="0"/>
            </a:endParaRPr>
          </a:p>
        </p:txBody>
      </p:sp>
      <p:grpSp>
        <p:nvGrpSpPr>
          <p:cNvPr id="420" name="Google Shape;420;p21"/>
          <p:cNvGrpSpPr/>
          <p:nvPr/>
        </p:nvGrpSpPr>
        <p:grpSpPr>
          <a:xfrm>
            <a:off x="81562" y="966438"/>
            <a:ext cx="2118646" cy="3409006"/>
            <a:chOff x="2669153" y="1300654"/>
            <a:chExt cx="1740441" cy="3124109"/>
          </a:xfrm>
        </p:grpSpPr>
        <p:sp>
          <p:nvSpPr>
            <p:cNvPr id="421" name="Google Shape;421;p21"/>
            <p:cNvSpPr/>
            <p:nvPr/>
          </p:nvSpPr>
          <p:spPr>
            <a:xfrm rot="10800000" flipH="1">
              <a:off x="2669162" y="2015463"/>
              <a:ext cx="1740432" cy="2409300"/>
            </a:xfrm>
            <a:prstGeom prst="round2SameRect">
              <a:avLst>
                <a:gd name="adj1" fmla="val 6301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" name="Google Shape;422;p21"/>
            <p:cNvSpPr txBox="1"/>
            <p:nvPr/>
          </p:nvSpPr>
          <p:spPr>
            <a:xfrm>
              <a:off x="2713317" y="3733406"/>
              <a:ext cx="1682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4E6BB0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Scrum Trainer</a:t>
              </a:r>
              <a:endParaRPr sz="1700" dirty="0">
                <a:solidFill>
                  <a:srgbClr val="4E6BB0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24" name="Google Shape;424;p21"/>
            <p:cNvSpPr/>
            <p:nvPr/>
          </p:nvSpPr>
          <p:spPr>
            <a:xfrm>
              <a:off x="2669153" y="1300654"/>
              <a:ext cx="1740433" cy="58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4E6B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 dirty="0">
                  <a:solidFill>
                    <a:schemeClr val="lt1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Dimana </a:t>
              </a:r>
              <a:r>
                <a:rPr lang="en-US" sz="1600" dirty="0" err="1">
                  <a:solidFill>
                    <a:schemeClr val="lt1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Foteva</a:t>
              </a:r>
              <a:r>
                <a:rPr lang="bg-BG" sz="16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, 9.</a:t>
              </a:r>
              <a:r>
                <a:rPr lang="en-US" sz="1600" dirty="0">
                  <a:solidFill>
                    <a:schemeClr val="lt1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G</a:t>
              </a:r>
              <a:endParaRPr sz="1600" dirty="0">
                <a:latin typeface="Amasis MT Pro Medium" panose="02040604050005020304" pitchFamily="18" charset="0"/>
              </a:endParaRPr>
            </a:p>
          </p:txBody>
        </p:sp>
      </p:grpSp>
      <p:pic>
        <p:nvPicPr>
          <p:cNvPr id="2" name="Картина 1">
            <a:extLst>
              <a:ext uri="{FF2B5EF4-FFF2-40B4-BE49-F238E27FC236}">
                <a16:creationId xmlns:a16="http://schemas.microsoft.com/office/drawing/2014/main" id="{75E0DDE0-D553-4C09-9DC7-95F8117E8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12" y="2022761"/>
            <a:ext cx="1525050" cy="152505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4" name="Picture 3" descr="A person with long red hair wearing glasses&#10;&#10;AI-generated content may be incorrect.">
            <a:extLst>
              <a:ext uri="{FF2B5EF4-FFF2-40B4-BE49-F238E27FC236}">
                <a16:creationId xmlns:a16="http://schemas.microsoft.com/office/drawing/2014/main" id="{250B43D4-66C2-4CD8-E35E-09B004B02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9882" y="1914823"/>
            <a:ext cx="1525050" cy="152505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5419DDDC-4401-1F37-9962-D2D63CC6EB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13" b="8828"/>
          <a:stretch>
            <a:fillRect/>
          </a:stretch>
        </p:blipFill>
        <p:spPr bwMode="auto">
          <a:xfrm>
            <a:off x="4843827" y="1914823"/>
            <a:ext cx="1629512" cy="1525050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Картина 4">
            <a:extLst>
              <a:ext uri="{FF2B5EF4-FFF2-40B4-BE49-F238E27FC236}">
                <a16:creationId xmlns:a16="http://schemas.microsoft.com/office/drawing/2014/main" id="{77F9E2C5-1FA6-CAFD-EE82-8BD2907894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385" y="1939144"/>
            <a:ext cx="1545066" cy="1425216"/>
          </a:xfrm>
          <a:prstGeom prst="rect">
            <a:avLst/>
          </a:prstGeom>
          <a:effectLst>
            <a:softEdge rad="31750"/>
          </a:effectLst>
        </p:spPr>
      </p:pic>
      <p:grpSp>
        <p:nvGrpSpPr>
          <p:cNvPr id="28" name="Google Shape;420;p21">
            <a:extLst>
              <a:ext uri="{FF2B5EF4-FFF2-40B4-BE49-F238E27FC236}">
                <a16:creationId xmlns:a16="http://schemas.microsoft.com/office/drawing/2014/main" id="{987FC6CA-EA61-D7D2-47BA-A92B35B465FA}"/>
              </a:ext>
            </a:extLst>
          </p:cNvPr>
          <p:cNvGrpSpPr/>
          <p:nvPr/>
        </p:nvGrpSpPr>
        <p:grpSpPr>
          <a:xfrm>
            <a:off x="2339116" y="966438"/>
            <a:ext cx="2149669" cy="3409006"/>
            <a:chOff x="2669153" y="1300654"/>
            <a:chExt cx="1765926" cy="3124109"/>
          </a:xfrm>
        </p:grpSpPr>
        <p:sp>
          <p:nvSpPr>
            <p:cNvPr id="29" name="Google Shape;421;p21">
              <a:extLst>
                <a:ext uri="{FF2B5EF4-FFF2-40B4-BE49-F238E27FC236}">
                  <a16:creationId xmlns:a16="http://schemas.microsoft.com/office/drawing/2014/main" id="{D919A2B6-4D55-06A7-BB92-8D6E298706DB}"/>
                </a:ext>
              </a:extLst>
            </p:cNvPr>
            <p:cNvSpPr/>
            <p:nvPr/>
          </p:nvSpPr>
          <p:spPr>
            <a:xfrm rot="10800000" flipH="1">
              <a:off x="2669162" y="2015463"/>
              <a:ext cx="1740432" cy="2409300"/>
            </a:xfrm>
            <a:prstGeom prst="round2SameRect">
              <a:avLst>
                <a:gd name="adj1" fmla="val 6301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422;p21">
              <a:extLst>
                <a:ext uri="{FF2B5EF4-FFF2-40B4-BE49-F238E27FC236}">
                  <a16:creationId xmlns:a16="http://schemas.microsoft.com/office/drawing/2014/main" id="{3498CBA0-3F17-4AC1-F8D7-404F41278DE2}"/>
                </a:ext>
              </a:extLst>
            </p:cNvPr>
            <p:cNvSpPr txBox="1"/>
            <p:nvPr/>
          </p:nvSpPr>
          <p:spPr>
            <a:xfrm>
              <a:off x="2699477" y="3552476"/>
              <a:ext cx="1735602" cy="7914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4DA3C6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Front-end Developer</a:t>
              </a:r>
              <a:endParaRPr sz="1700" dirty="0">
                <a:solidFill>
                  <a:srgbClr val="4DA3C6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" name="Google Shape;424;p21">
              <a:extLst>
                <a:ext uri="{FF2B5EF4-FFF2-40B4-BE49-F238E27FC236}">
                  <a16:creationId xmlns:a16="http://schemas.microsoft.com/office/drawing/2014/main" id="{4BC06049-62D7-F7A3-4806-63CDE36A0972}"/>
                </a:ext>
              </a:extLst>
            </p:cNvPr>
            <p:cNvSpPr/>
            <p:nvPr/>
          </p:nvSpPr>
          <p:spPr>
            <a:xfrm>
              <a:off x="2669153" y="1300654"/>
              <a:ext cx="1740433" cy="58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4DA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300" dirty="0">
                  <a:solidFill>
                    <a:srgbClr val="FFFFFF"/>
                  </a:solidFill>
                  <a:latin typeface="Amasis MT Pro Medium" panose="02040604050005020304" pitchFamily="18" charset="0"/>
                </a:rPr>
                <a:t>Mariela </a:t>
              </a:r>
              <a:r>
                <a:rPr lang="en-US" sz="1300" dirty="0" err="1">
                  <a:solidFill>
                    <a:srgbClr val="FFFFFF"/>
                  </a:solidFill>
                  <a:latin typeface="Amasis MT Pro Medium" panose="02040604050005020304" pitchFamily="18" charset="0"/>
                </a:rPr>
                <a:t>Apostolova</a:t>
              </a:r>
              <a:r>
                <a:rPr lang="en-US" sz="1300" dirty="0">
                  <a:solidFill>
                    <a:srgbClr val="FFFFFF"/>
                  </a:solidFill>
                  <a:latin typeface="Amasis MT Pro Medium" panose="02040604050005020304" pitchFamily="18" charset="0"/>
                </a:rPr>
                <a:t>, 9.B</a:t>
              </a:r>
              <a:endParaRPr sz="1300" dirty="0">
                <a:solidFill>
                  <a:srgbClr val="FFFFFF"/>
                </a:solidFill>
                <a:latin typeface="Amasis MT Pro Medium" panose="02040604050005020304" pitchFamily="18" charset="0"/>
              </a:endParaRPr>
            </a:p>
          </p:txBody>
        </p:sp>
      </p:grpSp>
      <p:grpSp>
        <p:nvGrpSpPr>
          <p:cNvPr id="33" name="Google Shape;420;p21">
            <a:extLst>
              <a:ext uri="{FF2B5EF4-FFF2-40B4-BE49-F238E27FC236}">
                <a16:creationId xmlns:a16="http://schemas.microsoft.com/office/drawing/2014/main" id="{9969DB51-B6B1-C5F5-519F-53531066BEFF}"/>
              </a:ext>
            </a:extLst>
          </p:cNvPr>
          <p:cNvGrpSpPr/>
          <p:nvPr/>
        </p:nvGrpSpPr>
        <p:grpSpPr>
          <a:xfrm>
            <a:off x="4599265" y="966438"/>
            <a:ext cx="2118646" cy="3409006"/>
            <a:chOff x="2669153" y="1300654"/>
            <a:chExt cx="1740441" cy="3124109"/>
          </a:xfrm>
        </p:grpSpPr>
        <p:sp>
          <p:nvSpPr>
            <p:cNvPr id="34" name="Google Shape;421;p21">
              <a:extLst>
                <a:ext uri="{FF2B5EF4-FFF2-40B4-BE49-F238E27FC236}">
                  <a16:creationId xmlns:a16="http://schemas.microsoft.com/office/drawing/2014/main" id="{7B1967E8-7900-D040-3D6D-73BC59239D7E}"/>
                </a:ext>
              </a:extLst>
            </p:cNvPr>
            <p:cNvSpPr/>
            <p:nvPr/>
          </p:nvSpPr>
          <p:spPr>
            <a:xfrm rot="10800000" flipH="1">
              <a:off x="2669162" y="2015463"/>
              <a:ext cx="1740432" cy="2409300"/>
            </a:xfrm>
            <a:prstGeom prst="round2SameRect">
              <a:avLst>
                <a:gd name="adj1" fmla="val 6301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" name="Google Shape;424;p21">
              <a:extLst>
                <a:ext uri="{FF2B5EF4-FFF2-40B4-BE49-F238E27FC236}">
                  <a16:creationId xmlns:a16="http://schemas.microsoft.com/office/drawing/2014/main" id="{8A6216F6-FC34-CDFD-C744-A5C0A3B2E483}"/>
                </a:ext>
              </a:extLst>
            </p:cNvPr>
            <p:cNvSpPr/>
            <p:nvPr/>
          </p:nvSpPr>
          <p:spPr>
            <a:xfrm>
              <a:off x="2669153" y="1300654"/>
              <a:ext cx="1740433" cy="58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59BB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dirty="0">
                  <a:solidFill>
                    <a:schemeClr val="lt1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Vsevolod </a:t>
              </a:r>
              <a:r>
                <a:rPr lang="en-US" dirty="0" err="1">
                  <a:solidFill>
                    <a:schemeClr val="lt1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Bolotov</a:t>
              </a:r>
              <a:r>
                <a:rPr lang="en-US" dirty="0">
                  <a:solidFill>
                    <a:schemeClr val="lt1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, 9.V</a:t>
              </a:r>
              <a:endParaRPr dirty="0">
                <a:latin typeface="Amasis MT Pro Medium" panose="02040604050005020304" pitchFamily="18" charset="0"/>
              </a:endParaRPr>
            </a:p>
          </p:txBody>
        </p:sp>
      </p:grpSp>
      <p:grpSp>
        <p:nvGrpSpPr>
          <p:cNvPr id="38" name="Google Shape;420;p21">
            <a:extLst>
              <a:ext uri="{FF2B5EF4-FFF2-40B4-BE49-F238E27FC236}">
                <a16:creationId xmlns:a16="http://schemas.microsoft.com/office/drawing/2014/main" id="{BFCBBE70-2A6A-D221-01CF-90649A33C37E}"/>
              </a:ext>
            </a:extLst>
          </p:cNvPr>
          <p:cNvGrpSpPr/>
          <p:nvPr/>
        </p:nvGrpSpPr>
        <p:grpSpPr>
          <a:xfrm>
            <a:off x="6836539" y="966438"/>
            <a:ext cx="2118646" cy="3409006"/>
            <a:chOff x="2669153" y="1300654"/>
            <a:chExt cx="1740441" cy="3124109"/>
          </a:xfrm>
        </p:grpSpPr>
        <p:sp>
          <p:nvSpPr>
            <p:cNvPr id="39" name="Google Shape;421;p21">
              <a:extLst>
                <a:ext uri="{FF2B5EF4-FFF2-40B4-BE49-F238E27FC236}">
                  <a16:creationId xmlns:a16="http://schemas.microsoft.com/office/drawing/2014/main" id="{D0025CB7-68FA-EB72-10F3-F827ED56F389}"/>
                </a:ext>
              </a:extLst>
            </p:cNvPr>
            <p:cNvSpPr/>
            <p:nvPr/>
          </p:nvSpPr>
          <p:spPr>
            <a:xfrm rot="10800000" flipH="1">
              <a:off x="2669162" y="2015463"/>
              <a:ext cx="1740432" cy="2409300"/>
            </a:xfrm>
            <a:prstGeom prst="round2SameRect">
              <a:avLst>
                <a:gd name="adj1" fmla="val 6301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422;p21">
              <a:extLst>
                <a:ext uri="{FF2B5EF4-FFF2-40B4-BE49-F238E27FC236}">
                  <a16:creationId xmlns:a16="http://schemas.microsoft.com/office/drawing/2014/main" id="{BA51477C-0BB2-404B-FA19-3070C3E3B212}"/>
                </a:ext>
              </a:extLst>
            </p:cNvPr>
            <p:cNvSpPr txBox="1"/>
            <p:nvPr/>
          </p:nvSpPr>
          <p:spPr>
            <a:xfrm>
              <a:off x="2727486" y="3701468"/>
              <a:ext cx="1682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605FA6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Designer</a:t>
              </a:r>
              <a:endParaRPr sz="1700" dirty="0">
                <a:solidFill>
                  <a:srgbClr val="605FA6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2" name="Google Shape;424;p21">
              <a:extLst>
                <a:ext uri="{FF2B5EF4-FFF2-40B4-BE49-F238E27FC236}">
                  <a16:creationId xmlns:a16="http://schemas.microsoft.com/office/drawing/2014/main" id="{27346B54-A201-A809-BAA4-C6324B8AABBF}"/>
                </a:ext>
              </a:extLst>
            </p:cNvPr>
            <p:cNvSpPr/>
            <p:nvPr/>
          </p:nvSpPr>
          <p:spPr>
            <a:xfrm>
              <a:off x="2669153" y="1300654"/>
              <a:ext cx="1740433" cy="58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605F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00" dirty="0" err="1">
                  <a:solidFill>
                    <a:schemeClr val="lt1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Radostin</a:t>
              </a:r>
              <a:r>
                <a:rPr lang="en-US" sz="1200" dirty="0">
                  <a:solidFill>
                    <a:schemeClr val="lt1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 </a:t>
              </a:r>
              <a:r>
                <a:rPr lang="en-US" sz="1200" dirty="0" err="1">
                  <a:solidFill>
                    <a:schemeClr val="lt1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Dimkirichev</a:t>
              </a:r>
              <a:r>
                <a:rPr lang="en-US" sz="1200" dirty="0">
                  <a:solidFill>
                    <a:schemeClr val="lt1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, 9.A</a:t>
              </a:r>
              <a:endParaRPr sz="1200" dirty="0">
                <a:latin typeface="Amasis MT Pro Medium" panose="02040604050005020304" pitchFamily="18" charset="0"/>
              </a:endParaRPr>
            </a:p>
          </p:txBody>
        </p:sp>
      </p:grpSp>
      <p:sp>
        <p:nvSpPr>
          <p:cNvPr id="43" name="Google Shape;422;p21">
            <a:extLst>
              <a:ext uri="{FF2B5EF4-FFF2-40B4-BE49-F238E27FC236}">
                <a16:creationId xmlns:a16="http://schemas.microsoft.com/office/drawing/2014/main" id="{1979ADCC-6672-B200-5812-3DFE6A0FAA00}"/>
              </a:ext>
            </a:extLst>
          </p:cNvPr>
          <p:cNvSpPr txBox="1"/>
          <p:nvPr/>
        </p:nvSpPr>
        <p:spPr>
          <a:xfrm>
            <a:off x="4605146" y="3444747"/>
            <a:ext cx="2112755" cy="863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59BBB7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rPr>
              <a:t>Back-end Developer</a:t>
            </a:r>
            <a:endParaRPr sz="1700" dirty="0">
              <a:solidFill>
                <a:srgbClr val="59BBB7"/>
              </a:solidFill>
              <a:latin typeface="Amasis MT Pro Medium" panose="02040604050005020304" pitchFamily="18" charset="0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255;p19">
            <a:extLst>
              <a:ext uri="{FF2B5EF4-FFF2-40B4-BE49-F238E27FC236}">
                <a16:creationId xmlns:a16="http://schemas.microsoft.com/office/drawing/2014/main" id="{D705B8C8-F8C7-58C3-8ADE-708341C46EC3}"/>
              </a:ext>
            </a:extLst>
          </p:cNvPr>
          <p:cNvGrpSpPr/>
          <p:nvPr/>
        </p:nvGrpSpPr>
        <p:grpSpPr>
          <a:xfrm>
            <a:off x="3433276" y="2290742"/>
            <a:ext cx="5122777" cy="965734"/>
            <a:chOff x="3433276" y="2290742"/>
            <a:chExt cx="5122777" cy="965734"/>
          </a:xfrm>
        </p:grpSpPr>
        <p:sp>
          <p:nvSpPr>
            <p:cNvPr id="5" name="Google Shape;256;p19">
              <a:extLst>
                <a:ext uri="{FF2B5EF4-FFF2-40B4-BE49-F238E27FC236}">
                  <a16:creationId xmlns:a16="http://schemas.microsoft.com/office/drawing/2014/main" id="{760BF874-3A91-5C05-57BD-19AD91E91B80}"/>
                </a:ext>
              </a:extLst>
            </p:cNvPr>
            <p:cNvSpPr/>
            <p:nvPr/>
          </p:nvSpPr>
          <p:spPr>
            <a:xfrm rot="-5400000">
              <a:off x="4121626" y="1720926"/>
              <a:ext cx="847200" cy="22239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59BB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257;p19">
              <a:extLst>
                <a:ext uri="{FF2B5EF4-FFF2-40B4-BE49-F238E27FC236}">
                  <a16:creationId xmlns:a16="http://schemas.microsoft.com/office/drawing/2014/main" id="{8901EDED-EE52-E085-386D-5A34BA8FC2AE}"/>
                </a:ext>
              </a:extLst>
            </p:cNvPr>
            <p:cNvSpPr/>
            <p:nvPr/>
          </p:nvSpPr>
          <p:spPr>
            <a:xfrm>
              <a:off x="4288175" y="2639976"/>
              <a:ext cx="1948800" cy="385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605F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800" dirty="0">
                  <a:solidFill>
                    <a:srgbClr val="59BBB7"/>
                  </a:solidFill>
                  <a:latin typeface="Amasis MT Pro Medium" panose="02040604050005020304" pitchFamily="18" charset="0"/>
                  <a:cs typeface="Arial" panose="020B0604020202020204" pitchFamily="34" charset="0"/>
                </a:rPr>
                <a:t>Functionality</a:t>
              </a:r>
              <a:endParaRPr sz="1800" dirty="0">
                <a:solidFill>
                  <a:srgbClr val="59BBB7"/>
                </a:solidFill>
                <a:latin typeface="Amasis MT Pro Medium" panose="020406040500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6" name="Google Shape;258;p19">
              <a:extLst>
                <a:ext uri="{FF2B5EF4-FFF2-40B4-BE49-F238E27FC236}">
                  <a16:creationId xmlns:a16="http://schemas.microsoft.com/office/drawing/2014/main" id="{5EAB5ECD-7638-4A11-3A78-CDF36E06B77D}"/>
                </a:ext>
              </a:extLst>
            </p:cNvPr>
            <p:cNvSpPr txBox="1"/>
            <p:nvPr/>
          </p:nvSpPr>
          <p:spPr>
            <a:xfrm>
              <a:off x="6209875" y="2290742"/>
              <a:ext cx="2346178" cy="4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latin typeface="Amasis MT Pro Medium" panose="02040604050005020304" pitchFamily="18" charset="0"/>
                  <a:ea typeface="Roboto"/>
                  <a:cs typeface="Roboto"/>
                  <a:sym typeface="Roboto"/>
                </a:rPr>
                <a:t>Clean and understandable formatting</a:t>
              </a:r>
              <a:endParaRPr sz="1800" dirty="0">
                <a:latin typeface="Amasis MT Pro Medium" panose="02040604050005020304" pitchFamily="18" charset="0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" name="Google Shape;259;p19">
            <a:extLst>
              <a:ext uri="{FF2B5EF4-FFF2-40B4-BE49-F238E27FC236}">
                <a16:creationId xmlns:a16="http://schemas.microsoft.com/office/drawing/2014/main" id="{642C37E9-B2FD-8792-23B2-22894506563C}"/>
              </a:ext>
            </a:extLst>
          </p:cNvPr>
          <p:cNvGrpSpPr/>
          <p:nvPr/>
        </p:nvGrpSpPr>
        <p:grpSpPr>
          <a:xfrm>
            <a:off x="3433276" y="3545638"/>
            <a:ext cx="5000499" cy="847200"/>
            <a:chOff x="3433276" y="3545638"/>
            <a:chExt cx="5000499" cy="847200"/>
          </a:xfrm>
        </p:grpSpPr>
        <p:sp>
          <p:nvSpPr>
            <p:cNvPr id="18" name="Google Shape;260;p19">
              <a:extLst>
                <a:ext uri="{FF2B5EF4-FFF2-40B4-BE49-F238E27FC236}">
                  <a16:creationId xmlns:a16="http://schemas.microsoft.com/office/drawing/2014/main" id="{B268C1AF-D7B0-D03B-52C3-8A124E277881}"/>
                </a:ext>
              </a:extLst>
            </p:cNvPr>
            <p:cNvSpPr/>
            <p:nvPr/>
          </p:nvSpPr>
          <p:spPr>
            <a:xfrm rot="-5400000">
              <a:off x="4121626" y="2857288"/>
              <a:ext cx="847200" cy="22239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DA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261;p19">
              <a:extLst>
                <a:ext uri="{FF2B5EF4-FFF2-40B4-BE49-F238E27FC236}">
                  <a16:creationId xmlns:a16="http://schemas.microsoft.com/office/drawing/2014/main" id="{28DC150C-D5A7-FB28-BB2C-942368620C6A}"/>
                </a:ext>
              </a:extLst>
            </p:cNvPr>
            <p:cNvSpPr/>
            <p:nvPr/>
          </p:nvSpPr>
          <p:spPr>
            <a:xfrm>
              <a:off x="4288175" y="3776338"/>
              <a:ext cx="1948800" cy="385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4E6BB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800" dirty="0">
                  <a:solidFill>
                    <a:srgbClr val="4DA3C6"/>
                  </a:solidFill>
                  <a:latin typeface="Amasis MT Pro Medium" panose="02040604050005020304" pitchFamily="18" charset="0"/>
                </a:rPr>
                <a:t>Classics</a:t>
              </a:r>
              <a:endParaRPr sz="1800" dirty="0">
                <a:solidFill>
                  <a:srgbClr val="4DA3C6"/>
                </a:solidFill>
                <a:latin typeface="Amasis MT Pro Medium" panose="02040604050005020304" pitchFamily="18" charset="0"/>
              </a:endParaRPr>
            </a:p>
          </p:txBody>
        </p:sp>
        <p:sp>
          <p:nvSpPr>
            <p:cNvPr id="20" name="Google Shape;262;p19">
              <a:extLst>
                <a:ext uri="{FF2B5EF4-FFF2-40B4-BE49-F238E27FC236}">
                  <a16:creationId xmlns:a16="http://schemas.microsoft.com/office/drawing/2014/main" id="{A9024D1B-B057-656F-5788-358425B94319}"/>
                </a:ext>
              </a:extLst>
            </p:cNvPr>
            <p:cNvSpPr txBox="1"/>
            <p:nvPr/>
          </p:nvSpPr>
          <p:spPr>
            <a:xfrm>
              <a:off x="6346975" y="3601802"/>
              <a:ext cx="20868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latin typeface="Amasis MT Pro Medium" panose="02040604050005020304" pitchFamily="18" charset="0"/>
                  <a:ea typeface="Roboto"/>
                  <a:cs typeface="Roboto"/>
                  <a:sym typeface="Roboto"/>
                </a:rPr>
                <a:t>Includes classic games everyone loves</a:t>
              </a:r>
              <a:endParaRPr sz="1800" dirty="0">
                <a:latin typeface="Amasis MT Pro Medium" panose="02040604050005020304" pitchFamily="18" charset="0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" name="Google Shape;263;p19">
            <a:extLst>
              <a:ext uri="{FF2B5EF4-FFF2-40B4-BE49-F238E27FC236}">
                <a16:creationId xmlns:a16="http://schemas.microsoft.com/office/drawing/2014/main" id="{E43FAE17-767A-956E-5956-F58982001937}"/>
              </a:ext>
            </a:extLst>
          </p:cNvPr>
          <p:cNvGrpSpPr/>
          <p:nvPr/>
        </p:nvGrpSpPr>
        <p:grpSpPr>
          <a:xfrm>
            <a:off x="3433276" y="1272915"/>
            <a:ext cx="4976689" cy="847200"/>
            <a:chOff x="3433276" y="1272915"/>
            <a:chExt cx="4976689" cy="847200"/>
          </a:xfrm>
        </p:grpSpPr>
        <p:sp>
          <p:nvSpPr>
            <p:cNvPr id="22" name="Google Shape;264;p19">
              <a:extLst>
                <a:ext uri="{FF2B5EF4-FFF2-40B4-BE49-F238E27FC236}">
                  <a16:creationId xmlns:a16="http://schemas.microsoft.com/office/drawing/2014/main" id="{68E6EFF8-4186-C4F5-28F1-92A3FAA890A8}"/>
                </a:ext>
              </a:extLst>
            </p:cNvPr>
            <p:cNvSpPr/>
            <p:nvPr/>
          </p:nvSpPr>
          <p:spPr>
            <a:xfrm rot="-5400000">
              <a:off x="4121626" y="584565"/>
              <a:ext cx="847200" cy="22239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E6B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65;p19">
              <a:extLst>
                <a:ext uri="{FF2B5EF4-FFF2-40B4-BE49-F238E27FC236}">
                  <a16:creationId xmlns:a16="http://schemas.microsoft.com/office/drawing/2014/main" id="{AFE2EBC5-027E-A3B4-ACD6-F49A83489120}"/>
                </a:ext>
              </a:extLst>
            </p:cNvPr>
            <p:cNvSpPr/>
            <p:nvPr/>
          </p:nvSpPr>
          <p:spPr>
            <a:xfrm>
              <a:off x="4288175" y="1503615"/>
              <a:ext cx="1948800" cy="385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59BB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800" dirty="0">
                  <a:solidFill>
                    <a:srgbClr val="4E6BB0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Entertainment</a:t>
              </a:r>
              <a:endParaRPr sz="1800" dirty="0">
                <a:solidFill>
                  <a:srgbClr val="4E6BB0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4" name="Google Shape;266;p19">
              <a:extLst>
                <a:ext uri="{FF2B5EF4-FFF2-40B4-BE49-F238E27FC236}">
                  <a16:creationId xmlns:a16="http://schemas.microsoft.com/office/drawing/2014/main" id="{422D2216-9E1C-EEF4-83FF-43D92A55B81E}"/>
                </a:ext>
              </a:extLst>
            </p:cNvPr>
            <p:cNvSpPr txBox="1"/>
            <p:nvPr/>
          </p:nvSpPr>
          <p:spPr>
            <a:xfrm>
              <a:off x="6186065" y="1337860"/>
              <a:ext cx="2223900" cy="5512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latin typeface="Amasis MT Pro Medium" panose="02040604050005020304" pitchFamily="18" charset="0"/>
                  <a:ea typeface="Roboto"/>
                  <a:cs typeface="Roboto"/>
                  <a:sym typeface="Roboto"/>
                </a:rPr>
                <a:t>Fun games to choose from</a:t>
              </a:r>
              <a:endParaRPr sz="1800" dirty="0">
                <a:latin typeface="Amasis MT Pro Medium" panose="02040604050005020304" pitchFamily="18" charset="0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" name="Google Shape;283;p19">
            <a:extLst>
              <a:ext uri="{FF2B5EF4-FFF2-40B4-BE49-F238E27FC236}">
                <a16:creationId xmlns:a16="http://schemas.microsoft.com/office/drawing/2014/main" id="{D6C20EDB-59A9-C255-65D1-969A2F8F9AED}"/>
              </a:ext>
            </a:extLst>
          </p:cNvPr>
          <p:cNvGrpSpPr/>
          <p:nvPr/>
        </p:nvGrpSpPr>
        <p:grpSpPr>
          <a:xfrm>
            <a:off x="646778" y="1696445"/>
            <a:ext cx="2524072" cy="2272942"/>
            <a:chOff x="646778" y="1696445"/>
            <a:chExt cx="2524072" cy="2272942"/>
          </a:xfrm>
        </p:grpSpPr>
        <p:grpSp>
          <p:nvGrpSpPr>
            <p:cNvPr id="26" name="Google Shape;284;p19">
              <a:extLst>
                <a:ext uri="{FF2B5EF4-FFF2-40B4-BE49-F238E27FC236}">
                  <a16:creationId xmlns:a16="http://schemas.microsoft.com/office/drawing/2014/main" id="{E4E86F49-1694-C484-4B0D-CCA8B754C517}"/>
                </a:ext>
              </a:extLst>
            </p:cNvPr>
            <p:cNvGrpSpPr/>
            <p:nvPr/>
          </p:nvGrpSpPr>
          <p:grpSpPr>
            <a:xfrm>
              <a:off x="2288356" y="1696445"/>
              <a:ext cx="882450" cy="1136250"/>
              <a:chOff x="2288356" y="1696445"/>
              <a:chExt cx="882450" cy="1136250"/>
            </a:xfrm>
          </p:grpSpPr>
          <p:sp>
            <p:nvSpPr>
              <p:cNvPr id="35" name="Google Shape;285;p19">
                <a:extLst>
                  <a:ext uri="{FF2B5EF4-FFF2-40B4-BE49-F238E27FC236}">
                    <a16:creationId xmlns:a16="http://schemas.microsoft.com/office/drawing/2014/main" id="{788BD18F-64D6-E02F-3126-F627C153D9F4}"/>
                  </a:ext>
                </a:extLst>
              </p:cNvPr>
              <p:cNvSpPr/>
              <p:nvPr/>
            </p:nvSpPr>
            <p:spPr>
              <a:xfrm flipH="1">
                <a:off x="2288356" y="1696445"/>
                <a:ext cx="773700" cy="7737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6" name="Google Shape;286;p19">
                <a:extLst>
                  <a:ext uri="{FF2B5EF4-FFF2-40B4-BE49-F238E27FC236}">
                    <a16:creationId xmlns:a16="http://schemas.microsoft.com/office/drawing/2014/main" id="{EF6D9F27-FD87-DE38-6418-12ECA6337D98}"/>
                  </a:ext>
                </a:extLst>
              </p:cNvPr>
              <p:cNvCxnSpPr>
                <a:stCxn id="35" idx="0"/>
              </p:cNvCxnSpPr>
              <p:nvPr/>
            </p:nvCxnSpPr>
            <p:spPr>
              <a:xfrm>
                <a:off x="2675206" y="1696445"/>
                <a:ext cx="495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7" name="Google Shape;287;p19">
                <a:extLst>
                  <a:ext uri="{FF2B5EF4-FFF2-40B4-BE49-F238E27FC236}">
                    <a16:creationId xmlns:a16="http://schemas.microsoft.com/office/drawing/2014/main" id="{5E21476D-1FAA-80D6-34AE-5CD61E638486}"/>
                  </a:ext>
                </a:extLst>
              </p:cNvPr>
              <p:cNvCxnSpPr>
                <a:stCxn id="35" idx="2"/>
              </p:cNvCxnSpPr>
              <p:nvPr/>
            </p:nvCxnSpPr>
            <p:spPr>
              <a:xfrm>
                <a:off x="2288356" y="2083295"/>
                <a:ext cx="0" cy="749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7" name="Google Shape;288;p19">
              <a:extLst>
                <a:ext uri="{FF2B5EF4-FFF2-40B4-BE49-F238E27FC236}">
                  <a16:creationId xmlns:a16="http://schemas.microsoft.com/office/drawing/2014/main" id="{053CAD18-00A7-3D31-1C33-479B11B7CAD1}"/>
                </a:ext>
              </a:extLst>
            </p:cNvPr>
            <p:cNvGrpSpPr/>
            <p:nvPr/>
          </p:nvGrpSpPr>
          <p:grpSpPr>
            <a:xfrm>
              <a:off x="2288412" y="2832906"/>
              <a:ext cx="882422" cy="1136481"/>
              <a:chOff x="7009125" y="3265500"/>
              <a:chExt cx="565800" cy="728700"/>
            </a:xfrm>
          </p:grpSpPr>
          <p:sp>
            <p:nvSpPr>
              <p:cNvPr id="32" name="Google Shape;289;p19">
                <a:extLst>
                  <a:ext uri="{FF2B5EF4-FFF2-40B4-BE49-F238E27FC236}">
                    <a16:creationId xmlns:a16="http://schemas.microsoft.com/office/drawing/2014/main" id="{86965010-D2F4-03F4-6728-984C460293CD}"/>
                  </a:ext>
                </a:extLst>
              </p:cNvPr>
              <p:cNvSpPr/>
              <p:nvPr/>
            </p:nvSpPr>
            <p:spPr>
              <a:xfrm rot="10800000">
                <a:off x="7009125" y="3498000"/>
                <a:ext cx="496200" cy="4962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3" name="Google Shape;290;p19">
                <a:extLst>
                  <a:ext uri="{FF2B5EF4-FFF2-40B4-BE49-F238E27FC236}">
                    <a16:creationId xmlns:a16="http://schemas.microsoft.com/office/drawing/2014/main" id="{17BE77A9-3E48-659D-6F7C-548E6F69F89E}"/>
                  </a:ext>
                </a:extLst>
              </p:cNvPr>
              <p:cNvCxnSpPr>
                <a:stCxn id="32" idx="0"/>
              </p:cNvCxnSpPr>
              <p:nvPr/>
            </p:nvCxnSpPr>
            <p:spPr>
              <a:xfrm>
                <a:off x="7257225" y="3994200"/>
                <a:ext cx="3177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" name="Google Shape;291;p19">
                <a:extLst>
                  <a:ext uri="{FF2B5EF4-FFF2-40B4-BE49-F238E27FC236}">
                    <a16:creationId xmlns:a16="http://schemas.microsoft.com/office/drawing/2014/main" id="{C5B82E14-0BCD-4F73-54C9-745F8A54C22B}"/>
                  </a:ext>
                </a:extLst>
              </p:cNvPr>
              <p:cNvCxnSpPr>
                <a:stCxn id="32" idx="2"/>
              </p:cNvCxnSpPr>
              <p:nvPr/>
            </p:nvCxnSpPr>
            <p:spPr>
              <a:xfrm rot="10800000">
                <a:off x="7009125" y="3265500"/>
                <a:ext cx="0" cy="480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8" name="Google Shape;292;p19">
              <a:extLst>
                <a:ext uri="{FF2B5EF4-FFF2-40B4-BE49-F238E27FC236}">
                  <a16:creationId xmlns:a16="http://schemas.microsoft.com/office/drawing/2014/main" id="{C1B924FB-EF22-12B3-37AA-52296C7C9CFF}"/>
                </a:ext>
              </a:extLst>
            </p:cNvPr>
            <p:cNvCxnSpPr/>
            <p:nvPr/>
          </p:nvCxnSpPr>
          <p:spPr>
            <a:xfrm>
              <a:off x="1602150" y="2832788"/>
              <a:ext cx="15687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29" name="Google Shape;293;p19">
              <a:extLst>
                <a:ext uri="{FF2B5EF4-FFF2-40B4-BE49-F238E27FC236}">
                  <a16:creationId xmlns:a16="http://schemas.microsoft.com/office/drawing/2014/main" id="{0ECEF222-6AC5-C6E0-D2D5-03C7E3E130D2}"/>
                </a:ext>
              </a:extLst>
            </p:cNvPr>
            <p:cNvSpPr/>
            <p:nvPr/>
          </p:nvSpPr>
          <p:spPr>
            <a:xfrm>
              <a:off x="2215781" y="2760409"/>
              <a:ext cx="144900" cy="144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94;p19">
              <a:extLst>
                <a:ext uri="{FF2B5EF4-FFF2-40B4-BE49-F238E27FC236}">
                  <a16:creationId xmlns:a16="http://schemas.microsoft.com/office/drawing/2014/main" id="{44ECDF47-919B-9C85-2445-E98B94460302}"/>
                </a:ext>
              </a:extLst>
            </p:cNvPr>
            <p:cNvSpPr/>
            <p:nvPr/>
          </p:nvSpPr>
          <p:spPr>
            <a:xfrm>
              <a:off x="646778" y="2120115"/>
              <a:ext cx="1420850" cy="1425522"/>
            </a:xfrm>
            <a:prstGeom prst="ellipse">
              <a:avLst/>
            </a:prstGeom>
            <a:solidFill>
              <a:srgbClr val="5839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295;p19">
              <a:extLst>
                <a:ext uri="{FF2B5EF4-FFF2-40B4-BE49-F238E27FC236}">
                  <a16:creationId xmlns:a16="http://schemas.microsoft.com/office/drawing/2014/main" id="{D2442BBF-DAE8-F47F-0A2A-18568CC4107D}"/>
                </a:ext>
              </a:extLst>
            </p:cNvPr>
            <p:cNvSpPr/>
            <p:nvPr/>
          </p:nvSpPr>
          <p:spPr>
            <a:xfrm>
              <a:off x="724198" y="2255520"/>
              <a:ext cx="1270855" cy="12009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700" dirty="0">
                  <a:solidFill>
                    <a:schemeClr val="accent6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Our project</a:t>
              </a:r>
              <a:endParaRPr sz="1700" dirty="0">
                <a:solidFill>
                  <a:schemeClr val="accent6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38" name="Google Shape;495;p23">
            <a:extLst>
              <a:ext uri="{FF2B5EF4-FFF2-40B4-BE49-F238E27FC236}">
                <a16:creationId xmlns:a16="http://schemas.microsoft.com/office/drawing/2014/main" id="{B322CEFC-ECD3-E93D-45AC-2E8071B9171F}"/>
              </a:ext>
            </a:extLst>
          </p:cNvPr>
          <p:cNvGrpSpPr/>
          <p:nvPr/>
        </p:nvGrpSpPr>
        <p:grpSpPr>
          <a:xfrm>
            <a:off x="3700397" y="1501651"/>
            <a:ext cx="388712" cy="389587"/>
            <a:chOff x="2280029" y="1970604"/>
            <a:chExt cx="353631" cy="354395"/>
          </a:xfrm>
        </p:grpSpPr>
        <p:sp>
          <p:nvSpPr>
            <p:cNvPr id="39" name="Google Shape;496;p23">
              <a:extLst>
                <a:ext uri="{FF2B5EF4-FFF2-40B4-BE49-F238E27FC236}">
                  <a16:creationId xmlns:a16="http://schemas.microsoft.com/office/drawing/2014/main" id="{3A680645-2367-CF45-6EF0-A88619E29FE0}"/>
                </a:ext>
              </a:extLst>
            </p:cNvPr>
            <p:cNvSpPr/>
            <p:nvPr/>
          </p:nvSpPr>
          <p:spPr>
            <a:xfrm>
              <a:off x="2309981" y="2069086"/>
              <a:ext cx="323679" cy="255913"/>
            </a:xfrm>
            <a:custGeom>
              <a:avLst/>
              <a:gdLst/>
              <a:ahLst/>
              <a:cxnLst/>
              <a:rect l="l" t="t" r="r" b="b"/>
              <a:pathLst>
                <a:path w="10169" h="8040" extrusionOk="0">
                  <a:moveTo>
                    <a:pt x="9473" y="0"/>
                  </a:moveTo>
                  <a:cubicBezTo>
                    <a:pt x="9451" y="0"/>
                    <a:pt x="9428" y="5"/>
                    <a:pt x="9406" y="14"/>
                  </a:cubicBezTo>
                  <a:cubicBezTo>
                    <a:pt x="9335" y="62"/>
                    <a:pt x="9287" y="157"/>
                    <a:pt x="9335" y="240"/>
                  </a:cubicBezTo>
                  <a:cubicBezTo>
                    <a:pt x="9656" y="943"/>
                    <a:pt x="9835" y="1705"/>
                    <a:pt x="9835" y="2491"/>
                  </a:cubicBezTo>
                  <a:cubicBezTo>
                    <a:pt x="9835" y="3884"/>
                    <a:pt x="9287" y="5193"/>
                    <a:pt x="8299" y="6194"/>
                  </a:cubicBezTo>
                  <a:cubicBezTo>
                    <a:pt x="7323" y="7182"/>
                    <a:pt x="6001" y="7729"/>
                    <a:pt x="4596" y="7729"/>
                  </a:cubicBezTo>
                  <a:cubicBezTo>
                    <a:pt x="3763" y="7729"/>
                    <a:pt x="2977" y="7539"/>
                    <a:pt x="2251" y="7158"/>
                  </a:cubicBezTo>
                  <a:cubicBezTo>
                    <a:pt x="1632" y="6848"/>
                    <a:pt x="1084" y="6420"/>
                    <a:pt x="620" y="5896"/>
                  </a:cubicBezTo>
                  <a:lnTo>
                    <a:pt x="620" y="5896"/>
                  </a:lnTo>
                  <a:lnTo>
                    <a:pt x="1263" y="6110"/>
                  </a:lnTo>
                  <a:cubicBezTo>
                    <a:pt x="1279" y="6114"/>
                    <a:pt x="1295" y="6116"/>
                    <a:pt x="1311" y="6116"/>
                  </a:cubicBezTo>
                  <a:cubicBezTo>
                    <a:pt x="1385" y="6116"/>
                    <a:pt x="1447" y="6072"/>
                    <a:pt x="1477" y="6003"/>
                  </a:cubicBezTo>
                  <a:cubicBezTo>
                    <a:pt x="1501" y="5908"/>
                    <a:pt x="1453" y="5824"/>
                    <a:pt x="1370" y="5789"/>
                  </a:cubicBezTo>
                  <a:lnTo>
                    <a:pt x="203" y="5408"/>
                  </a:lnTo>
                  <a:cubicBezTo>
                    <a:pt x="187" y="5405"/>
                    <a:pt x="171" y="5403"/>
                    <a:pt x="156" y="5403"/>
                  </a:cubicBezTo>
                  <a:cubicBezTo>
                    <a:pt x="114" y="5403"/>
                    <a:pt x="77" y="5414"/>
                    <a:pt x="60" y="5432"/>
                  </a:cubicBezTo>
                  <a:cubicBezTo>
                    <a:pt x="12" y="5467"/>
                    <a:pt x="0" y="5527"/>
                    <a:pt x="0" y="5586"/>
                  </a:cubicBezTo>
                  <a:lnTo>
                    <a:pt x="191" y="6944"/>
                  </a:lnTo>
                  <a:cubicBezTo>
                    <a:pt x="203" y="7015"/>
                    <a:pt x="262" y="7075"/>
                    <a:pt x="358" y="7075"/>
                  </a:cubicBezTo>
                  <a:lnTo>
                    <a:pt x="381" y="7075"/>
                  </a:lnTo>
                  <a:cubicBezTo>
                    <a:pt x="477" y="7063"/>
                    <a:pt x="536" y="6979"/>
                    <a:pt x="524" y="6896"/>
                  </a:cubicBezTo>
                  <a:lnTo>
                    <a:pt x="417" y="6134"/>
                  </a:lnTo>
                  <a:lnTo>
                    <a:pt x="417" y="6134"/>
                  </a:lnTo>
                  <a:cubicBezTo>
                    <a:pt x="893" y="6670"/>
                    <a:pt x="1453" y="7122"/>
                    <a:pt x="2096" y="7444"/>
                  </a:cubicBezTo>
                  <a:cubicBezTo>
                    <a:pt x="2870" y="7849"/>
                    <a:pt x="3715" y="8039"/>
                    <a:pt x="4596" y="8039"/>
                  </a:cubicBezTo>
                  <a:cubicBezTo>
                    <a:pt x="6085" y="8039"/>
                    <a:pt x="7490" y="7456"/>
                    <a:pt x="8525" y="6420"/>
                  </a:cubicBezTo>
                  <a:cubicBezTo>
                    <a:pt x="9585" y="5360"/>
                    <a:pt x="10145" y="3979"/>
                    <a:pt x="10145" y="2491"/>
                  </a:cubicBezTo>
                  <a:cubicBezTo>
                    <a:pt x="10168" y="1645"/>
                    <a:pt x="9990" y="836"/>
                    <a:pt x="9633" y="98"/>
                  </a:cubicBezTo>
                  <a:cubicBezTo>
                    <a:pt x="9597" y="36"/>
                    <a:pt x="9536" y="0"/>
                    <a:pt x="9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97;p23">
              <a:extLst>
                <a:ext uri="{FF2B5EF4-FFF2-40B4-BE49-F238E27FC236}">
                  <a16:creationId xmlns:a16="http://schemas.microsoft.com/office/drawing/2014/main" id="{D1F7C062-34E4-5609-8A08-2FA0BDD18BAA}"/>
                </a:ext>
              </a:extLst>
            </p:cNvPr>
            <p:cNvSpPr/>
            <p:nvPr/>
          </p:nvSpPr>
          <p:spPr>
            <a:xfrm>
              <a:off x="2280029" y="1970604"/>
              <a:ext cx="322565" cy="255468"/>
            </a:xfrm>
            <a:custGeom>
              <a:avLst/>
              <a:gdLst/>
              <a:ahLst/>
              <a:cxnLst/>
              <a:rect l="l" t="t" r="r" b="b"/>
              <a:pathLst>
                <a:path w="10134" h="8026" extrusionOk="0">
                  <a:moveTo>
                    <a:pt x="5549" y="1"/>
                  </a:moveTo>
                  <a:cubicBezTo>
                    <a:pt x="4061" y="1"/>
                    <a:pt x="2668" y="584"/>
                    <a:pt x="1620" y="1620"/>
                  </a:cubicBezTo>
                  <a:cubicBezTo>
                    <a:pt x="572" y="2680"/>
                    <a:pt x="1" y="4061"/>
                    <a:pt x="1" y="5549"/>
                  </a:cubicBezTo>
                  <a:cubicBezTo>
                    <a:pt x="1" y="6382"/>
                    <a:pt x="179" y="7192"/>
                    <a:pt x="537" y="7930"/>
                  </a:cubicBezTo>
                  <a:cubicBezTo>
                    <a:pt x="572" y="7990"/>
                    <a:pt x="632" y="8026"/>
                    <a:pt x="691" y="8026"/>
                  </a:cubicBezTo>
                  <a:cubicBezTo>
                    <a:pt x="715" y="8026"/>
                    <a:pt x="727" y="8026"/>
                    <a:pt x="763" y="8002"/>
                  </a:cubicBezTo>
                  <a:cubicBezTo>
                    <a:pt x="834" y="7966"/>
                    <a:pt x="882" y="7871"/>
                    <a:pt x="834" y="7787"/>
                  </a:cubicBezTo>
                  <a:cubicBezTo>
                    <a:pt x="513" y="7085"/>
                    <a:pt x="334" y="6323"/>
                    <a:pt x="334" y="5537"/>
                  </a:cubicBezTo>
                  <a:cubicBezTo>
                    <a:pt x="334" y="4132"/>
                    <a:pt x="882" y="2822"/>
                    <a:pt x="1858" y="1834"/>
                  </a:cubicBezTo>
                  <a:cubicBezTo>
                    <a:pt x="2846" y="834"/>
                    <a:pt x="4168" y="298"/>
                    <a:pt x="5573" y="298"/>
                  </a:cubicBezTo>
                  <a:cubicBezTo>
                    <a:pt x="7097" y="298"/>
                    <a:pt x="8550" y="965"/>
                    <a:pt x="9538" y="2132"/>
                  </a:cubicBezTo>
                  <a:lnTo>
                    <a:pt x="8907" y="1918"/>
                  </a:lnTo>
                  <a:cubicBezTo>
                    <a:pt x="8890" y="1913"/>
                    <a:pt x="8874" y="1911"/>
                    <a:pt x="8858" y="1911"/>
                  </a:cubicBezTo>
                  <a:cubicBezTo>
                    <a:pt x="8784" y="1911"/>
                    <a:pt x="8722" y="1956"/>
                    <a:pt x="8692" y="2025"/>
                  </a:cubicBezTo>
                  <a:cubicBezTo>
                    <a:pt x="8669" y="2120"/>
                    <a:pt x="8704" y="2203"/>
                    <a:pt x="8800" y="2227"/>
                  </a:cubicBezTo>
                  <a:lnTo>
                    <a:pt x="9955" y="2620"/>
                  </a:lnTo>
                  <a:cubicBezTo>
                    <a:pt x="9978" y="2620"/>
                    <a:pt x="9990" y="2632"/>
                    <a:pt x="10002" y="2632"/>
                  </a:cubicBezTo>
                  <a:cubicBezTo>
                    <a:pt x="10050" y="2632"/>
                    <a:pt x="10074" y="2620"/>
                    <a:pt x="10109" y="2596"/>
                  </a:cubicBezTo>
                  <a:cubicBezTo>
                    <a:pt x="10121" y="2572"/>
                    <a:pt x="10133" y="2513"/>
                    <a:pt x="10133" y="2453"/>
                  </a:cubicBezTo>
                  <a:lnTo>
                    <a:pt x="9943" y="1108"/>
                  </a:lnTo>
                  <a:cubicBezTo>
                    <a:pt x="9932" y="1021"/>
                    <a:pt x="9871" y="964"/>
                    <a:pt x="9788" y="964"/>
                  </a:cubicBezTo>
                  <a:cubicBezTo>
                    <a:pt x="9780" y="964"/>
                    <a:pt x="9772" y="964"/>
                    <a:pt x="9764" y="965"/>
                  </a:cubicBezTo>
                  <a:cubicBezTo>
                    <a:pt x="9681" y="989"/>
                    <a:pt x="9621" y="1060"/>
                    <a:pt x="9633" y="1144"/>
                  </a:cubicBezTo>
                  <a:lnTo>
                    <a:pt x="9740" y="1906"/>
                  </a:lnTo>
                  <a:cubicBezTo>
                    <a:pt x="8681" y="703"/>
                    <a:pt x="7157" y="1"/>
                    <a:pt x="55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98;p23">
              <a:extLst>
                <a:ext uri="{FF2B5EF4-FFF2-40B4-BE49-F238E27FC236}">
                  <a16:creationId xmlns:a16="http://schemas.microsoft.com/office/drawing/2014/main" id="{A20124D9-AD14-918B-F751-B529C952DB30}"/>
                </a:ext>
              </a:extLst>
            </p:cNvPr>
            <p:cNvSpPr/>
            <p:nvPr/>
          </p:nvSpPr>
          <p:spPr>
            <a:xfrm>
              <a:off x="2411169" y="2064598"/>
              <a:ext cx="17093" cy="26928"/>
            </a:xfrm>
            <a:custGeom>
              <a:avLst/>
              <a:gdLst/>
              <a:ahLst/>
              <a:cxnLst/>
              <a:rect l="l" t="t" r="r" b="b"/>
              <a:pathLst>
                <a:path w="537" h="846" extrusionOk="0">
                  <a:moveTo>
                    <a:pt x="358" y="0"/>
                  </a:moveTo>
                  <a:cubicBezTo>
                    <a:pt x="274" y="0"/>
                    <a:pt x="191" y="72"/>
                    <a:pt x="191" y="155"/>
                  </a:cubicBezTo>
                  <a:lnTo>
                    <a:pt x="191" y="453"/>
                  </a:lnTo>
                  <a:lnTo>
                    <a:pt x="72" y="572"/>
                  </a:lnTo>
                  <a:cubicBezTo>
                    <a:pt x="12" y="631"/>
                    <a:pt x="0" y="739"/>
                    <a:pt x="72" y="798"/>
                  </a:cubicBezTo>
                  <a:cubicBezTo>
                    <a:pt x="108" y="834"/>
                    <a:pt x="155" y="846"/>
                    <a:pt x="191" y="846"/>
                  </a:cubicBezTo>
                  <a:cubicBezTo>
                    <a:pt x="239" y="846"/>
                    <a:pt x="274" y="834"/>
                    <a:pt x="310" y="798"/>
                  </a:cubicBezTo>
                  <a:lnTo>
                    <a:pt x="489" y="631"/>
                  </a:lnTo>
                  <a:cubicBezTo>
                    <a:pt x="524" y="608"/>
                    <a:pt x="536" y="560"/>
                    <a:pt x="536" y="512"/>
                  </a:cubicBezTo>
                  <a:lnTo>
                    <a:pt x="524" y="155"/>
                  </a:lnTo>
                  <a:cubicBezTo>
                    <a:pt x="524" y="72"/>
                    <a:pt x="453" y="0"/>
                    <a:pt x="3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99;p23">
              <a:extLst>
                <a:ext uri="{FF2B5EF4-FFF2-40B4-BE49-F238E27FC236}">
                  <a16:creationId xmlns:a16="http://schemas.microsoft.com/office/drawing/2014/main" id="{AB5CDF25-8949-4D28-F1AC-D380CE6A86F6}"/>
                </a:ext>
              </a:extLst>
            </p:cNvPr>
            <p:cNvSpPr/>
            <p:nvPr/>
          </p:nvSpPr>
          <p:spPr>
            <a:xfrm>
              <a:off x="2323254" y="2017458"/>
              <a:ext cx="267213" cy="264316"/>
            </a:xfrm>
            <a:custGeom>
              <a:avLst/>
              <a:gdLst/>
              <a:ahLst/>
              <a:cxnLst/>
              <a:rect l="l" t="t" r="r" b="b"/>
              <a:pathLst>
                <a:path w="8395" h="8304" extrusionOk="0">
                  <a:moveTo>
                    <a:pt x="2739" y="3125"/>
                  </a:moveTo>
                  <a:lnTo>
                    <a:pt x="2965" y="3160"/>
                  </a:lnTo>
                  <a:lnTo>
                    <a:pt x="3060" y="3160"/>
                  </a:lnTo>
                  <a:lnTo>
                    <a:pt x="2905" y="3529"/>
                  </a:lnTo>
                  <a:lnTo>
                    <a:pt x="2620" y="3458"/>
                  </a:lnTo>
                  <a:lnTo>
                    <a:pt x="2739" y="3125"/>
                  </a:lnTo>
                  <a:close/>
                  <a:moveTo>
                    <a:pt x="3834" y="3041"/>
                  </a:moveTo>
                  <a:lnTo>
                    <a:pt x="4167" y="3446"/>
                  </a:lnTo>
                  <a:lnTo>
                    <a:pt x="4120" y="3541"/>
                  </a:lnTo>
                  <a:cubicBezTo>
                    <a:pt x="4096" y="3636"/>
                    <a:pt x="4132" y="3720"/>
                    <a:pt x="4227" y="3756"/>
                  </a:cubicBezTo>
                  <a:cubicBezTo>
                    <a:pt x="4239" y="3756"/>
                    <a:pt x="4251" y="3767"/>
                    <a:pt x="4286" y="3767"/>
                  </a:cubicBezTo>
                  <a:cubicBezTo>
                    <a:pt x="4358" y="3767"/>
                    <a:pt x="4417" y="3720"/>
                    <a:pt x="4429" y="3660"/>
                  </a:cubicBezTo>
                  <a:lnTo>
                    <a:pt x="4477" y="3541"/>
                  </a:lnTo>
                  <a:cubicBezTo>
                    <a:pt x="4501" y="3446"/>
                    <a:pt x="4489" y="3339"/>
                    <a:pt x="4429" y="3267"/>
                  </a:cubicBezTo>
                  <a:lnTo>
                    <a:pt x="4346" y="3160"/>
                  </a:lnTo>
                  <a:lnTo>
                    <a:pt x="4620" y="3386"/>
                  </a:lnTo>
                  <a:cubicBezTo>
                    <a:pt x="4649" y="3401"/>
                    <a:pt x="4683" y="3411"/>
                    <a:pt x="4719" y="3411"/>
                  </a:cubicBezTo>
                  <a:cubicBezTo>
                    <a:pt x="4741" y="3411"/>
                    <a:pt x="4764" y="3407"/>
                    <a:pt x="4787" y="3398"/>
                  </a:cubicBezTo>
                  <a:lnTo>
                    <a:pt x="5001" y="3303"/>
                  </a:lnTo>
                  <a:lnTo>
                    <a:pt x="5132" y="3458"/>
                  </a:lnTo>
                  <a:cubicBezTo>
                    <a:pt x="5156" y="3506"/>
                    <a:pt x="5215" y="3517"/>
                    <a:pt x="5263" y="3517"/>
                  </a:cubicBezTo>
                  <a:lnTo>
                    <a:pt x="5668" y="3482"/>
                  </a:lnTo>
                  <a:lnTo>
                    <a:pt x="5679" y="3565"/>
                  </a:lnTo>
                  <a:cubicBezTo>
                    <a:pt x="5703" y="3601"/>
                    <a:pt x="5668" y="3636"/>
                    <a:pt x="5668" y="3648"/>
                  </a:cubicBezTo>
                  <a:cubicBezTo>
                    <a:pt x="5656" y="3660"/>
                    <a:pt x="5620" y="3696"/>
                    <a:pt x="5596" y="3696"/>
                  </a:cubicBezTo>
                  <a:lnTo>
                    <a:pt x="4894" y="3756"/>
                  </a:lnTo>
                  <a:cubicBezTo>
                    <a:pt x="4798" y="3756"/>
                    <a:pt x="4727" y="3815"/>
                    <a:pt x="4679" y="3875"/>
                  </a:cubicBezTo>
                  <a:cubicBezTo>
                    <a:pt x="4656" y="3934"/>
                    <a:pt x="4620" y="3994"/>
                    <a:pt x="4644" y="4053"/>
                  </a:cubicBezTo>
                  <a:lnTo>
                    <a:pt x="4179" y="3898"/>
                  </a:lnTo>
                  <a:cubicBezTo>
                    <a:pt x="4167" y="3898"/>
                    <a:pt x="4167" y="3887"/>
                    <a:pt x="4144" y="3875"/>
                  </a:cubicBezTo>
                  <a:cubicBezTo>
                    <a:pt x="4120" y="3696"/>
                    <a:pt x="3965" y="3577"/>
                    <a:pt x="3798" y="3577"/>
                  </a:cubicBezTo>
                  <a:lnTo>
                    <a:pt x="3774" y="3577"/>
                  </a:lnTo>
                  <a:lnTo>
                    <a:pt x="3274" y="3589"/>
                  </a:lnTo>
                  <a:lnTo>
                    <a:pt x="3393" y="3220"/>
                  </a:lnTo>
                  <a:cubicBezTo>
                    <a:pt x="3405" y="3184"/>
                    <a:pt x="3441" y="3172"/>
                    <a:pt x="3465" y="3160"/>
                  </a:cubicBezTo>
                  <a:lnTo>
                    <a:pt x="3834" y="3041"/>
                  </a:lnTo>
                  <a:close/>
                  <a:moveTo>
                    <a:pt x="7596" y="3601"/>
                  </a:moveTo>
                  <a:cubicBezTo>
                    <a:pt x="7620" y="3601"/>
                    <a:pt x="7656" y="3601"/>
                    <a:pt x="7692" y="3636"/>
                  </a:cubicBezTo>
                  <a:lnTo>
                    <a:pt x="8025" y="3958"/>
                  </a:lnTo>
                  <a:lnTo>
                    <a:pt x="8025" y="4256"/>
                  </a:lnTo>
                  <a:cubicBezTo>
                    <a:pt x="7977" y="5232"/>
                    <a:pt x="7584" y="6137"/>
                    <a:pt x="6906" y="6815"/>
                  </a:cubicBezTo>
                  <a:cubicBezTo>
                    <a:pt x="6799" y="6923"/>
                    <a:pt x="6692" y="7030"/>
                    <a:pt x="6572" y="7113"/>
                  </a:cubicBezTo>
                  <a:cubicBezTo>
                    <a:pt x="6632" y="7030"/>
                    <a:pt x="6680" y="6935"/>
                    <a:pt x="6727" y="6851"/>
                  </a:cubicBezTo>
                  <a:lnTo>
                    <a:pt x="7465" y="5125"/>
                  </a:lnTo>
                  <a:cubicBezTo>
                    <a:pt x="7501" y="5065"/>
                    <a:pt x="7489" y="5006"/>
                    <a:pt x="7454" y="4958"/>
                  </a:cubicBezTo>
                  <a:cubicBezTo>
                    <a:pt x="7418" y="4910"/>
                    <a:pt x="7358" y="4887"/>
                    <a:pt x="7299" y="4887"/>
                  </a:cubicBezTo>
                  <a:lnTo>
                    <a:pt x="7227" y="4887"/>
                  </a:lnTo>
                  <a:lnTo>
                    <a:pt x="7632" y="4077"/>
                  </a:lnTo>
                  <a:cubicBezTo>
                    <a:pt x="7704" y="3946"/>
                    <a:pt x="7668" y="3779"/>
                    <a:pt x="7525" y="3696"/>
                  </a:cubicBezTo>
                  <a:lnTo>
                    <a:pt x="7501" y="3660"/>
                  </a:lnTo>
                  <a:lnTo>
                    <a:pt x="7513" y="3648"/>
                  </a:lnTo>
                  <a:cubicBezTo>
                    <a:pt x="7537" y="3601"/>
                    <a:pt x="7573" y="3601"/>
                    <a:pt x="7596" y="3601"/>
                  </a:cubicBezTo>
                  <a:close/>
                  <a:moveTo>
                    <a:pt x="4239" y="1"/>
                  </a:moveTo>
                  <a:cubicBezTo>
                    <a:pt x="4176" y="1"/>
                    <a:pt x="4112" y="2"/>
                    <a:pt x="4048" y="5"/>
                  </a:cubicBezTo>
                  <a:cubicBezTo>
                    <a:pt x="3001" y="41"/>
                    <a:pt x="2000" y="481"/>
                    <a:pt x="1262" y="1220"/>
                  </a:cubicBezTo>
                  <a:cubicBezTo>
                    <a:pt x="512" y="1970"/>
                    <a:pt x="84" y="2946"/>
                    <a:pt x="36" y="4006"/>
                  </a:cubicBezTo>
                  <a:cubicBezTo>
                    <a:pt x="0" y="5041"/>
                    <a:pt x="334" y="6053"/>
                    <a:pt x="1012" y="6863"/>
                  </a:cubicBezTo>
                  <a:cubicBezTo>
                    <a:pt x="1036" y="6911"/>
                    <a:pt x="1084" y="6923"/>
                    <a:pt x="1131" y="6923"/>
                  </a:cubicBezTo>
                  <a:cubicBezTo>
                    <a:pt x="1155" y="6923"/>
                    <a:pt x="1203" y="6911"/>
                    <a:pt x="1227" y="6875"/>
                  </a:cubicBezTo>
                  <a:cubicBezTo>
                    <a:pt x="1310" y="6815"/>
                    <a:pt x="1310" y="6708"/>
                    <a:pt x="1250" y="6649"/>
                  </a:cubicBezTo>
                  <a:cubicBezTo>
                    <a:pt x="631" y="5922"/>
                    <a:pt x="310" y="4982"/>
                    <a:pt x="357" y="4017"/>
                  </a:cubicBezTo>
                  <a:cubicBezTo>
                    <a:pt x="393" y="3053"/>
                    <a:pt x="786" y="2148"/>
                    <a:pt x="1465" y="1458"/>
                  </a:cubicBezTo>
                  <a:cubicBezTo>
                    <a:pt x="2155" y="779"/>
                    <a:pt x="3060" y="374"/>
                    <a:pt x="4025" y="338"/>
                  </a:cubicBezTo>
                  <a:cubicBezTo>
                    <a:pt x="4081" y="335"/>
                    <a:pt x="4137" y="334"/>
                    <a:pt x="4192" y="334"/>
                  </a:cubicBezTo>
                  <a:cubicBezTo>
                    <a:pt x="4358" y="334"/>
                    <a:pt x="4519" y="347"/>
                    <a:pt x="4679" y="374"/>
                  </a:cubicBezTo>
                  <a:lnTo>
                    <a:pt x="4906" y="636"/>
                  </a:lnTo>
                  <a:lnTo>
                    <a:pt x="4822" y="862"/>
                  </a:lnTo>
                  <a:lnTo>
                    <a:pt x="4679" y="624"/>
                  </a:lnTo>
                  <a:cubicBezTo>
                    <a:pt x="4656" y="577"/>
                    <a:pt x="4596" y="541"/>
                    <a:pt x="4536" y="541"/>
                  </a:cubicBezTo>
                  <a:lnTo>
                    <a:pt x="4001" y="541"/>
                  </a:lnTo>
                  <a:cubicBezTo>
                    <a:pt x="3941" y="541"/>
                    <a:pt x="3882" y="565"/>
                    <a:pt x="3858" y="624"/>
                  </a:cubicBezTo>
                  <a:lnTo>
                    <a:pt x="3477" y="1327"/>
                  </a:lnTo>
                  <a:cubicBezTo>
                    <a:pt x="3441" y="1410"/>
                    <a:pt x="3441" y="1529"/>
                    <a:pt x="3477" y="1624"/>
                  </a:cubicBezTo>
                  <a:cubicBezTo>
                    <a:pt x="3524" y="1708"/>
                    <a:pt x="3632" y="1767"/>
                    <a:pt x="3739" y="1791"/>
                  </a:cubicBezTo>
                  <a:lnTo>
                    <a:pt x="4036" y="1815"/>
                  </a:lnTo>
                  <a:cubicBezTo>
                    <a:pt x="4096" y="1815"/>
                    <a:pt x="4155" y="1803"/>
                    <a:pt x="4179" y="1743"/>
                  </a:cubicBezTo>
                  <a:lnTo>
                    <a:pt x="4286" y="1577"/>
                  </a:lnTo>
                  <a:lnTo>
                    <a:pt x="4346" y="1648"/>
                  </a:lnTo>
                  <a:lnTo>
                    <a:pt x="4298" y="1934"/>
                  </a:lnTo>
                  <a:lnTo>
                    <a:pt x="3798" y="2005"/>
                  </a:lnTo>
                  <a:cubicBezTo>
                    <a:pt x="3763" y="2005"/>
                    <a:pt x="3751" y="2029"/>
                    <a:pt x="3715" y="2041"/>
                  </a:cubicBezTo>
                  <a:lnTo>
                    <a:pt x="3072" y="2517"/>
                  </a:lnTo>
                  <a:cubicBezTo>
                    <a:pt x="3048" y="2541"/>
                    <a:pt x="3024" y="2577"/>
                    <a:pt x="3024" y="2601"/>
                  </a:cubicBezTo>
                  <a:lnTo>
                    <a:pt x="2941" y="2898"/>
                  </a:lnTo>
                  <a:lnTo>
                    <a:pt x="2727" y="2874"/>
                  </a:lnTo>
                  <a:cubicBezTo>
                    <a:pt x="2716" y="2874"/>
                    <a:pt x="2706" y="2873"/>
                    <a:pt x="2696" y="2873"/>
                  </a:cubicBezTo>
                  <a:cubicBezTo>
                    <a:pt x="2565" y="2873"/>
                    <a:pt x="2449" y="2943"/>
                    <a:pt x="2405" y="3065"/>
                  </a:cubicBezTo>
                  <a:lnTo>
                    <a:pt x="2274" y="3422"/>
                  </a:lnTo>
                  <a:cubicBezTo>
                    <a:pt x="2250" y="3494"/>
                    <a:pt x="2250" y="3589"/>
                    <a:pt x="2286" y="3660"/>
                  </a:cubicBezTo>
                  <a:cubicBezTo>
                    <a:pt x="2334" y="3732"/>
                    <a:pt x="2393" y="3791"/>
                    <a:pt x="2465" y="3815"/>
                  </a:cubicBezTo>
                  <a:cubicBezTo>
                    <a:pt x="2322" y="3887"/>
                    <a:pt x="2215" y="4029"/>
                    <a:pt x="2203" y="4196"/>
                  </a:cubicBezTo>
                  <a:lnTo>
                    <a:pt x="2203" y="4268"/>
                  </a:lnTo>
                  <a:lnTo>
                    <a:pt x="1739" y="4791"/>
                  </a:lnTo>
                  <a:cubicBezTo>
                    <a:pt x="1667" y="4863"/>
                    <a:pt x="1631" y="4970"/>
                    <a:pt x="1631" y="5077"/>
                  </a:cubicBezTo>
                  <a:lnTo>
                    <a:pt x="1631" y="5684"/>
                  </a:lnTo>
                  <a:cubicBezTo>
                    <a:pt x="1631" y="5839"/>
                    <a:pt x="1691" y="5994"/>
                    <a:pt x="1810" y="6101"/>
                  </a:cubicBezTo>
                  <a:lnTo>
                    <a:pt x="2239" y="6518"/>
                  </a:lnTo>
                  <a:cubicBezTo>
                    <a:pt x="2334" y="6613"/>
                    <a:pt x="2465" y="6673"/>
                    <a:pt x="2596" y="6684"/>
                  </a:cubicBezTo>
                  <a:lnTo>
                    <a:pt x="3882" y="6792"/>
                  </a:lnTo>
                  <a:lnTo>
                    <a:pt x="3882" y="6827"/>
                  </a:lnTo>
                  <a:cubicBezTo>
                    <a:pt x="3870" y="6994"/>
                    <a:pt x="3929" y="7149"/>
                    <a:pt x="4060" y="7232"/>
                  </a:cubicBezTo>
                  <a:lnTo>
                    <a:pt x="4286" y="7399"/>
                  </a:lnTo>
                  <a:lnTo>
                    <a:pt x="4263" y="7446"/>
                  </a:lnTo>
                  <a:cubicBezTo>
                    <a:pt x="4203" y="7601"/>
                    <a:pt x="4263" y="7804"/>
                    <a:pt x="4406" y="7899"/>
                  </a:cubicBezTo>
                  <a:lnTo>
                    <a:pt x="4465" y="7958"/>
                  </a:lnTo>
                  <a:cubicBezTo>
                    <a:pt x="4406" y="7958"/>
                    <a:pt x="4358" y="7982"/>
                    <a:pt x="4298" y="7982"/>
                  </a:cubicBezTo>
                  <a:cubicBezTo>
                    <a:pt x="4250" y="7984"/>
                    <a:pt x="4202" y="7985"/>
                    <a:pt x="4153" y="7985"/>
                  </a:cubicBezTo>
                  <a:cubicBezTo>
                    <a:pt x="3241" y="7985"/>
                    <a:pt x="2368" y="7666"/>
                    <a:pt x="1667" y="7089"/>
                  </a:cubicBezTo>
                  <a:cubicBezTo>
                    <a:pt x="1630" y="7062"/>
                    <a:pt x="1590" y="7050"/>
                    <a:pt x="1553" y="7050"/>
                  </a:cubicBezTo>
                  <a:cubicBezTo>
                    <a:pt x="1508" y="7050"/>
                    <a:pt x="1467" y="7068"/>
                    <a:pt x="1441" y="7101"/>
                  </a:cubicBezTo>
                  <a:cubicBezTo>
                    <a:pt x="1381" y="7173"/>
                    <a:pt x="1393" y="7280"/>
                    <a:pt x="1453" y="7327"/>
                  </a:cubicBezTo>
                  <a:cubicBezTo>
                    <a:pt x="2215" y="7958"/>
                    <a:pt x="3155" y="8304"/>
                    <a:pt x="4132" y="8304"/>
                  </a:cubicBezTo>
                  <a:lnTo>
                    <a:pt x="4298" y="8304"/>
                  </a:lnTo>
                  <a:cubicBezTo>
                    <a:pt x="5334" y="8256"/>
                    <a:pt x="6334" y="7827"/>
                    <a:pt x="7084" y="7089"/>
                  </a:cubicBezTo>
                  <a:cubicBezTo>
                    <a:pt x="7823" y="6339"/>
                    <a:pt x="8251" y="5363"/>
                    <a:pt x="8299" y="4303"/>
                  </a:cubicBezTo>
                  <a:cubicBezTo>
                    <a:pt x="8394" y="3220"/>
                    <a:pt x="8049" y="2208"/>
                    <a:pt x="7382" y="1422"/>
                  </a:cubicBezTo>
                  <a:cubicBezTo>
                    <a:pt x="7350" y="1377"/>
                    <a:pt x="7304" y="1356"/>
                    <a:pt x="7258" y="1356"/>
                  </a:cubicBezTo>
                  <a:cubicBezTo>
                    <a:pt x="7220" y="1356"/>
                    <a:pt x="7183" y="1371"/>
                    <a:pt x="7156" y="1398"/>
                  </a:cubicBezTo>
                  <a:cubicBezTo>
                    <a:pt x="7084" y="1458"/>
                    <a:pt x="7084" y="1565"/>
                    <a:pt x="7144" y="1624"/>
                  </a:cubicBezTo>
                  <a:cubicBezTo>
                    <a:pt x="7584" y="2148"/>
                    <a:pt x="7870" y="2791"/>
                    <a:pt x="7989" y="3458"/>
                  </a:cubicBezTo>
                  <a:lnTo>
                    <a:pt x="7942" y="3410"/>
                  </a:lnTo>
                  <a:cubicBezTo>
                    <a:pt x="7867" y="3335"/>
                    <a:pt x="7754" y="3289"/>
                    <a:pt x="7628" y="3289"/>
                  </a:cubicBezTo>
                  <a:cubicBezTo>
                    <a:pt x="7614" y="3289"/>
                    <a:pt x="7599" y="3290"/>
                    <a:pt x="7584" y="3291"/>
                  </a:cubicBezTo>
                  <a:cubicBezTo>
                    <a:pt x="7454" y="3303"/>
                    <a:pt x="7334" y="3386"/>
                    <a:pt x="7263" y="3506"/>
                  </a:cubicBezTo>
                  <a:lnTo>
                    <a:pt x="7227" y="3541"/>
                  </a:lnTo>
                  <a:cubicBezTo>
                    <a:pt x="7156" y="3541"/>
                    <a:pt x="7084" y="3577"/>
                    <a:pt x="7025" y="3625"/>
                  </a:cubicBezTo>
                  <a:lnTo>
                    <a:pt x="6811" y="3363"/>
                  </a:lnTo>
                  <a:cubicBezTo>
                    <a:pt x="6779" y="3325"/>
                    <a:pt x="6739" y="3307"/>
                    <a:pt x="6698" y="3307"/>
                  </a:cubicBezTo>
                  <a:cubicBezTo>
                    <a:pt x="6661" y="3307"/>
                    <a:pt x="6625" y="3322"/>
                    <a:pt x="6596" y="3351"/>
                  </a:cubicBezTo>
                  <a:cubicBezTo>
                    <a:pt x="6513" y="3410"/>
                    <a:pt x="6513" y="3517"/>
                    <a:pt x="6572" y="3577"/>
                  </a:cubicBezTo>
                  <a:lnTo>
                    <a:pt x="6906" y="3958"/>
                  </a:lnTo>
                  <a:cubicBezTo>
                    <a:pt x="6930" y="3994"/>
                    <a:pt x="6977" y="4017"/>
                    <a:pt x="7025" y="4017"/>
                  </a:cubicBezTo>
                  <a:cubicBezTo>
                    <a:pt x="7073" y="4017"/>
                    <a:pt x="7108" y="4006"/>
                    <a:pt x="7144" y="3970"/>
                  </a:cubicBezTo>
                  <a:lnTo>
                    <a:pt x="7251" y="3875"/>
                  </a:lnTo>
                  <a:lnTo>
                    <a:pt x="7382" y="3958"/>
                  </a:lnTo>
                  <a:lnTo>
                    <a:pt x="6894" y="4934"/>
                  </a:lnTo>
                  <a:lnTo>
                    <a:pt x="6858" y="4934"/>
                  </a:lnTo>
                  <a:cubicBezTo>
                    <a:pt x="6834" y="4934"/>
                    <a:pt x="6787" y="4910"/>
                    <a:pt x="6775" y="4887"/>
                  </a:cubicBezTo>
                  <a:lnTo>
                    <a:pt x="6132" y="4101"/>
                  </a:lnTo>
                  <a:cubicBezTo>
                    <a:pt x="6098" y="4053"/>
                    <a:pt x="6049" y="4033"/>
                    <a:pt x="6001" y="4033"/>
                  </a:cubicBezTo>
                  <a:cubicBezTo>
                    <a:pt x="5966" y="4033"/>
                    <a:pt x="5931" y="4045"/>
                    <a:pt x="5906" y="4065"/>
                  </a:cubicBezTo>
                  <a:cubicBezTo>
                    <a:pt x="5834" y="4125"/>
                    <a:pt x="5834" y="4232"/>
                    <a:pt x="5882" y="4291"/>
                  </a:cubicBezTo>
                  <a:lnTo>
                    <a:pt x="6513" y="5077"/>
                  </a:lnTo>
                  <a:cubicBezTo>
                    <a:pt x="6608" y="5184"/>
                    <a:pt x="6739" y="5244"/>
                    <a:pt x="6894" y="5244"/>
                  </a:cubicBezTo>
                  <a:lnTo>
                    <a:pt x="7096" y="5232"/>
                  </a:lnTo>
                  <a:lnTo>
                    <a:pt x="6453" y="6720"/>
                  </a:lnTo>
                  <a:cubicBezTo>
                    <a:pt x="6418" y="6815"/>
                    <a:pt x="6346" y="6923"/>
                    <a:pt x="6275" y="7018"/>
                  </a:cubicBezTo>
                  <a:lnTo>
                    <a:pt x="5775" y="7625"/>
                  </a:lnTo>
                  <a:cubicBezTo>
                    <a:pt x="5513" y="7744"/>
                    <a:pt x="5251" y="7816"/>
                    <a:pt x="4965" y="7875"/>
                  </a:cubicBezTo>
                  <a:lnTo>
                    <a:pt x="4691" y="7625"/>
                  </a:lnTo>
                  <a:cubicBezTo>
                    <a:pt x="4656" y="7589"/>
                    <a:pt x="4644" y="7554"/>
                    <a:pt x="4656" y="7506"/>
                  </a:cubicBezTo>
                  <a:lnTo>
                    <a:pt x="4703" y="7339"/>
                  </a:lnTo>
                  <a:cubicBezTo>
                    <a:pt x="4715" y="7280"/>
                    <a:pt x="4703" y="7208"/>
                    <a:pt x="4644" y="7161"/>
                  </a:cubicBezTo>
                  <a:lnTo>
                    <a:pt x="4322" y="6923"/>
                  </a:lnTo>
                  <a:cubicBezTo>
                    <a:pt x="4298" y="6899"/>
                    <a:pt x="4286" y="6863"/>
                    <a:pt x="4286" y="6815"/>
                  </a:cubicBezTo>
                  <a:lnTo>
                    <a:pt x="4310" y="6613"/>
                  </a:lnTo>
                  <a:cubicBezTo>
                    <a:pt x="4310" y="6565"/>
                    <a:pt x="4310" y="6518"/>
                    <a:pt x="4286" y="6494"/>
                  </a:cubicBezTo>
                  <a:cubicBezTo>
                    <a:pt x="4251" y="6458"/>
                    <a:pt x="4203" y="6434"/>
                    <a:pt x="4167" y="6434"/>
                  </a:cubicBezTo>
                  <a:lnTo>
                    <a:pt x="2703" y="6315"/>
                  </a:lnTo>
                  <a:cubicBezTo>
                    <a:pt x="2643" y="6315"/>
                    <a:pt x="2596" y="6280"/>
                    <a:pt x="2560" y="6244"/>
                  </a:cubicBezTo>
                  <a:lnTo>
                    <a:pt x="2120" y="5827"/>
                  </a:lnTo>
                  <a:cubicBezTo>
                    <a:pt x="2084" y="5780"/>
                    <a:pt x="2048" y="5708"/>
                    <a:pt x="2048" y="5649"/>
                  </a:cubicBezTo>
                  <a:lnTo>
                    <a:pt x="2048" y="5030"/>
                  </a:lnTo>
                  <a:cubicBezTo>
                    <a:pt x="2048" y="5006"/>
                    <a:pt x="2060" y="4970"/>
                    <a:pt x="2084" y="4958"/>
                  </a:cubicBezTo>
                  <a:lnTo>
                    <a:pt x="2572" y="4398"/>
                  </a:lnTo>
                  <a:cubicBezTo>
                    <a:pt x="2596" y="4363"/>
                    <a:pt x="2620" y="4339"/>
                    <a:pt x="2620" y="4291"/>
                  </a:cubicBezTo>
                  <a:lnTo>
                    <a:pt x="2620" y="4160"/>
                  </a:lnTo>
                  <a:cubicBezTo>
                    <a:pt x="2620" y="4113"/>
                    <a:pt x="2643" y="4065"/>
                    <a:pt x="2691" y="4053"/>
                  </a:cubicBezTo>
                  <a:lnTo>
                    <a:pt x="3072" y="3887"/>
                  </a:lnTo>
                  <a:lnTo>
                    <a:pt x="3810" y="3875"/>
                  </a:lnTo>
                  <a:cubicBezTo>
                    <a:pt x="3822" y="3875"/>
                    <a:pt x="3834" y="3887"/>
                    <a:pt x="3834" y="3898"/>
                  </a:cubicBezTo>
                  <a:cubicBezTo>
                    <a:pt x="3846" y="4029"/>
                    <a:pt x="3953" y="4137"/>
                    <a:pt x="4072" y="4184"/>
                  </a:cubicBezTo>
                  <a:lnTo>
                    <a:pt x="4596" y="4363"/>
                  </a:lnTo>
                  <a:cubicBezTo>
                    <a:pt x="4628" y="4370"/>
                    <a:pt x="4661" y="4374"/>
                    <a:pt x="4693" y="4374"/>
                  </a:cubicBezTo>
                  <a:cubicBezTo>
                    <a:pt x="4766" y="4374"/>
                    <a:pt x="4836" y="4353"/>
                    <a:pt x="4894" y="4303"/>
                  </a:cubicBezTo>
                  <a:cubicBezTo>
                    <a:pt x="4953" y="4244"/>
                    <a:pt x="5001" y="4148"/>
                    <a:pt x="4989" y="4065"/>
                  </a:cubicBezTo>
                  <a:lnTo>
                    <a:pt x="5644" y="4017"/>
                  </a:lnTo>
                  <a:cubicBezTo>
                    <a:pt x="5751" y="4006"/>
                    <a:pt x="5882" y="3946"/>
                    <a:pt x="5953" y="3839"/>
                  </a:cubicBezTo>
                  <a:cubicBezTo>
                    <a:pt x="6025" y="3732"/>
                    <a:pt x="6060" y="3613"/>
                    <a:pt x="6025" y="3482"/>
                  </a:cubicBezTo>
                  <a:lnTo>
                    <a:pt x="6013" y="3398"/>
                  </a:lnTo>
                  <a:cubicBezTo>
                    <a:pt x="5980" y="3258"/>
                    <a:pt x="5870" y="3157"/>
                    <a:pt x="5725" y="3157"/>
                  </a:cubicBezTo>
                  <a:cubicBezTo>
                    <a:pt x="5710" y="3157"/>
                    <a:pt x="5695" y="3158"/>
                    <a:pt x="5679" y="3160"/>
                  </a:cubicBezTo>
                  <a:lnTo>
                    <a:pt x="5346" y="3184"/>
                  </a:lnTo>
                  <a:lnTo>
                    <a:pt x="5298" y="3125"/>
                  </a:lnTo>
                  <a:lnTo>
                    <a:pt x="5739" y="2684"/>
                  </a:lnTo>
                  <a:cubicBezTo>
                    <a:pt x="5799" y="2624"/>
                    <a:pt x="5799" y="2517"/>
                    <a:pt x="5739" y="2458"/>
                  </a:cubicBezTo>
                  <a:cubicBezTo>
                    <a:pt x="5709" y="2428"/>
                    <a:pt x="5671" y="2413"/>
                    <a:pt x="5632" y="2413"/>
                  </a:cubicBezTo>
                  <a:cubicBezTo>
                    <a:pt x="5593" y="2413"/>
                    <a:pt x="5554" y="2428"/>
                    <a:pt x="5525" y="2458"/>
                  </a:cubicBezTo>
                  <a:lnTo>
                    <a:pt x="4965" y="3005"/>
                  </a:lnTo>
                  <a:lnTo>
                    <a:pt x="4787" y="3077"/>
                  </a:lnTo>
                  <a:lnTo>
                    <a:pt x="4286" y="2696"/>
                  </a:lnTo>
                  <a:cubicBezTo>
                    <a:pt x="4251" y="2669"/>
                    <a:pt x="4208" y="2656"/>
                    <a:pt x="4169" y="2656"/>
                  </a:cubicBezTo>
                  <a:cubicBezTo>
                    <a:pt x="4156" y="2656"/>
                    <a:pt x="4144" y="2657"/>
                    <a:pt x="4132" y="2660"/>
                  </a:cubicBezTo>
                  <a:lnTo>
                    <a:pt x="3417" y="2886"/>
                  </a:lnTo>
                  <a:cubicBezTo>
                    <a:pt x="3405" y="2886"/>
                    <a:pt x="3370" y="2898"/>
                    <a:pt x="3358" y="2922"/>
                  </a:cubicBezTo>
                  <a:lnTo>
                    <a:pt x="3405" y="2708"/>
                  </a:lnTo>
                  <a:lnTo>
                    <a:pt x="3977" y="2291"/>
                  </a:lnTo>
                  <a:lnTo>
                    <a:pt x="4548" y="2208"/>
                  </a:lnTo>
                  <a:cubicBezTo>
                    <a:pt x="4632" y="2184"/>
                    <a:pt x="4691" y="2148"/>
                    <a:pt x="4691" y="2065"/>
                  </a:cubicBezTo>
                  <a:lnTo>
                    <a:pt x="4751" y="1589"/>
                  </a:lnTo>
                  <a:cubicBezTo>
                    <a:pt x="4751" y="1553"/>
                    <a:pt x="4751" y="1505"/>
                    <a:pt x="4715" y="1470"/>
                  </a:cubicBezTo>
                  <a:lnTo>
                    <a:pt x="4477" y="1172"/>
                  </a:lnTo>
                  <a:cubicBezTo>
                    <a:pt x="4441" y="1136"/>
                    <a:pt x="4406" y="1112"/>
                    <a:pt x="4346" y="1112"/>
                  </a:cubicBezTo>
                  <a:cubicBezTo>
                    <a:pt x="4298" y="1112"/>
                    <a:pt x="4239" y="1148"/>
                    <a:pt x="4215" y="1196"/>
                  </a:cubicBezTo>
                  <a:lnTo>
                    <a:pt x="4036" y="1446"/>
                  </a:lnTo>
                  <a:lnTo>
                    <a:pt x="3834" y="1434"/>
                  </a:lnTo>
                  <a:lnTo>
                    <a:pt x="4155" y="815"/>
                  </a:lnTo>
                  <a:lnTo>
                    <a:pt x="4477" y="815"/>
                  </a:lnTo>
                  <a:lnTo>
                    <a:pt x="4727" y="1267"/>
                  </a:lnTo>
                  <a:cubicBezTo>
                    <a:pt x="4763" y="1327"/>
                    <a:pt x="4822" y="1350"/>
                    <a:pt x="4882" y="1350"/>
                  </a:cubicBezTo>
                  <a:cubicBezTo>
                    <a:pt x="4941" y="1350"/>
                    <a:pt x="5001" y="1315"/>
                    <a:pt x="5025" y="1255"/>
                  </a:cubicBezTo>
                  <a:lnTo>
                    <a:pt x="5251" y="719"/>
                  </a:lnTo>
                  <a:cubicBezTo>
                    <a:pt x="5298" y="624"/>
                    <a:pt x="5287" y="505"/>
                    <a:pt x="5215" y="434"/>
                  </a:cubicBezTo>
                  <a:lnTo>
                    <a:pt x="5215" y="434"/>
                  </a:lnTo>
                  <a:cubicBezTo>
                    <a:pt x="5751" y="577"/>
                    <a:pt x="6263" y="839"/>
                    <a:pt x="6692" y="1208"/>
                  </a:cubicBezTo>
                  <a:cubicBezTo>
                    <a:pt x="6724" y="1234"/>
                    <a:pt x="6763" y="1247"/>
                    <a:pt x="6801" y="1247"/>
                  </a:cubicBezTo>
                  <a:cubicBezTo>
                    <a:pt x="6847" y="1247"/>
                    <a:pt x="6892" y="1228"/>
                    <a:pt x="6918" y="1196"/>
                  </a:cubicBezTo>
                  <a:cubicBezTo>
                    <a:pt x="6977" y="1112"/>
                    <a:pt x="6965" y="1017"/>
                    <a:pt x="6906" y="969"/>
                  </a:cubicBezTo>
                  <a:cubicBezTo>
                    <a:pt x="6157" y="343"/>
                    <a:pt x="5219" y="1"/>
                    <a:pt x="42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3" name="Google Shape;187;p17">
            <a:extLst>
              <a:ext uri="{FF2B5EF4-FFF2-40B4-BE49-F238E27FC236}">
                <a16:creationId xmlns:a16="http://schemas.microsoft.com/office/drawing/2014/main" id="{98CEF96D-0E39-5D43-C792-DB14D607FBD1}"/>
              </a:ext>
            </a:extLst>
          </p:cNvPr>
          <p:cNvGrpSpPr/>
          <p:nvPr/>
        </p:nvGrpSpPr>
        <p:grpSpPr>
          <a:xfrm>
            <a:off x="3733320" y="2639976"/>
            <a:ext cx="391453" cy="375370"/>
            <a:chOff x="5049725" y="2027900"/>
            <a:chExt cx="481750" cy="481850"/>
          </a:xfrm>
        </p:grpSpPr>
        <p:sp>
          <p:nvSpPr>
            <p:cNvPr id="44" name="Google Shape;188;p17">
              <a:extLst>
                <a:ext uri="{FF2B5EF4-FFF2-40B4-BE49-F238E27FC236}">
                  <a16:creationId xmlns:a16="http://schemas.microsoft.com/office/drawing/2014/main" id="{C3552E45-2D04-2055-7C88-94FD066293F8}"/>
                </a:ext>
              </a:extLst>
            </p:cNvPr>
            <p:cNvSpPr/>
            <p:nvPr/>
          </p:nvSpPr>
          <p:spPr>
            <a:xfrm>
              <a:off x="5191775" y="2394925"/>
              <a:ext cx="197625" cy="114825"/>
            </a:xfrm>
            <a:custGeom>
              <a:avLst/>
              <a:gdLst/>
              <a:ahLst/>
              <a:cxnLst/>
              <a:rect l="l" t="t" r="r" b="b"/>
              <a:pathLst>
                <a:path w="7905" h="4593" extrusionOk="0">
                  <a:moveTo>
                    <a:pt x="0" y="0"/>
                  </a:moveTo>
                  <a:lnTo>
                    <a:pt x="0" y="566"/>
                  </a:lnTo>
                  <a:cubicBezTo>
                    <a:pt x="3" y="1298"/>
                    <a:pt x="479" y="1949"/>
                    <a:pt x="1178" y="2171"/>
                  </a:cubicBezTo>
                  <a:cubicBezTo>
                    <a:pt x="1407" y="3502"/>
                    <a:pt x="2560" y="4593"/>
                    <a:pt x="3954" y="4593"/>
                  </a:cubicBezTo>
                  <a:cubicBezTo>
                    <a:pt x="5345" y="4593"/>
                    <a:pt x="6499" y="3502"/>
                    <a:pt x="6728" y="2171"/>
                  </a:cubicBezTo>
                  <a:cubicBezTo>
                    <a:pt x="7426" y="1949"/>
                    <a:pt x="7902" y="1298"/>
                    <a:pt x="7905" y="566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" name="Google Shape;189;p17">
              <a:extLst>
                <a:ext uri="{FF2B5EF4-FFF2-40B4-BE49-F238E27FC236}">
                  <a16:creationId xmlns:a16="http://schemas.microsoft.com/office/drawing/2014/main" id="{3DD98D04-BDF9-6840-30DA-3A2844AC17EE}"/>
                </a:ext>
              </a:extLst>
            </p:cNvPr>
            <p:cNvSpPr/>
            <p:nvPr/>
          </p:nvSpPr>
          <p:spPr>
            <a:xfrm>
              <a:off x="5113625" y="2027900"/>
              <a:ext cx="347300" cy="338825"/>
            </a:xfrm>
            <a:custGeom>
              <a:avLst/>
              <a:gdLst/>
              <a:ahLst/>
              <a:cxnLst/>
              <a:rect l="l" t="t" r="r" b="b"/>
              <a:pathLst>
                <a:path w="13892" h="13553" extrusionOk="0">
                  <a:moveTo>
                    <a:pt x="7080" y="2260"/>
                  </a:moveTo>
                  <a:cubicBezTo>
                    <a:pt x="9574" y="2263"/>
                    <a:pt x="11594" y="4284"/>
                    <a:pt x="11597" y="6777"/>
                  </a:cubicBezTo>
                  <a:cubicBezTo>
                    <a:pt x="11597" y="7090"/>
                    <a:pt x="11344" y="7340"/>
                    <a:pt x="11031" y="7340"/>
                  </a:cubicBezTo>
                  <a:cubicBezTo>
                    <a:pt x="10718" y="7340"/>
                    <a:pt x="10468" y="7090"/>
                    <a:pt x="10468" y="6777"/>
                  </a:cubicBezTo>
                  <a:cubicBezTo>
                    <a:pt x="10465" y="4907"/>
                    <a:pt x="8950" y="3392"/>
                    <a:pt x="7080" y="3389"/>
                  </a:cubicBezTo>
                  <a:cubicBezTo>
                    <a:pt x="6767" y="3389"/>
                    <a:pt x="6514" y="3136"/>
                    <a:pt x="6514" y="2826"/>
                  </a:cubicBezTo>
                  <a:cubicBezTo>
                    <a:pt x="6514" y="2513"/>
                    <a:pt x="6767" y="2260"/>
                    <a:pt x="7080" y="2260"/>
                  </a:cubicBezTo>
                  <a:close/>
                  <a:moveTo>
                    <a:pt x="7070" y="1"/>
                  </a:moveTo>
                  <a:cubicBezTo>
                    <a:pt x="6595" y="1"/>
                    <a:pt x="6111" y="50"/>
                    <a:pt x="5623" y="152"/>
                  </a:cubicBezTo>
                  <a:cubicBezTo>
                    <a:pt x="3075" y="685"/>
                    <a:pt x="1001" y="2754"/>
                    <a:pt x="459" y="5301"/>
                  </a:cubicBezTo>
                  <a:cubicBezTo>
                    <a:pt x="1" y="7469"/>
                    <a:pt x="567" y="9644"/>
                    <a:pt x="2015" y="11270"/>
                  </a:cubicBezTo>
                  <a:cubicBezTo>
                    <a:pt x="2584" y="11908"/>
                    <a:pt x="2952" y="12703"/>
                    <a:pt x="3072" y="13552"/>
                  </a:cubicBezTo>
                  <a:lnTo>
                    <a:pt x="11088" y="13552"/>
                  </a:lnTo>
                  <a:cubicBezTo>
                    <a:pt x="11221" y="12691"/>
                    <a:pt x="11597" y="11887"/>
                    <a:pt x="12175" y="11233"/>
                  </a:cubicBezTo>
                  <a:cubicBezTo>
                    <a:pt x="13259" y="10002"/>
                    <a:pt x="13892" y="8418"/>
                    <a:pt x="13892" y="6777"/>
                  </a:cubicBezTo>
                  <a:cubicBezTo>
                    <a:pt x="13892" y="2969"/>
                    <a:pt x="10766" y="1"/>
                    <a:pt x="70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6" name="Google Shape;190;p17">
              <a:extLst>
                <a:ext uri="{FF2B5EF4-FFF2-40B4-BE49-F238E27FC236}">
                  <a16:creationId xmlns:a16="http://schemas.microsoft.com/office/drawing/2014/main" id="{B2A59952-99BE-BFA2-C3A2-D6083773B8A5}"/>
                </a:ext>
              </a:extLst>
            </p:cNvPr>
            <p:cNvSpPr/>
            <p:nvPr/>
          </p:nvSpPr>
          <p:spPr>
            <a:xfrm>
              <a:off x="5049725" y="2197300"/>
              <a:ext cx="56400" cy="28275"/>
            </a:xfrm>
            <a:custGeom>
              <a:avLst/>
              <a:gdLst/>
              <a:ahLst/>
              <a:cxnLst/>
              <a:rect l="l" t="t" r="r" b="b"/>
              <a:pathLst>
                <a:path w="2256" h="1131" extrusionOk="0">
                  <a:moveTo>
                    <a:pt x="563" y="1"/>
                  </a:moveTo>
                  <a:cubicBezTo>
                    <a:pt x="250" y="1"/>
                    <a:pt x="0" y="254"/>
                    <a:pt x="0" y="567"/>
                  </a:cubicBezTo>
                  <a:cubicBezTo>
                    <a:pt x="0" y="877"/>
                    <a:pt x="250" y="1130"/>
                    <a:pt x="563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7" name="Google Shape;191;p17">
              <a:extLst>
                <a:ext uri="{FF2B5EF4-FFF2-40B4-BE49-F238E27FC236}">
                  <a16:creationId xmlns:a16="http://schemas.microsoft.com/office/drawing/2014/main" id="{6F096289-0247-94C7-B2A4-D9A847504E0F}"/>
                </a:ext>
              </a:extLst>
            </p:cNvPr>
            <p:cNvSpPr/>
            <p:nvPr/>
          </p:nvSpPr>
          <p:spPr>
            <a:xfrm>
              <a:off x="5052575" y="2102800"/>
              <a:ext cx="50850" cy="48075"/>
            </a:xfrm>
            <a:custGeom>
              <a:avLst/>
              <a:gdLst/>
              <a:ahLst/>
              <a:cxnLst/>
              <a:rect l="l" t="t" r="r" b="b"/>
              <a:pathLst>
                <a:path w="2034" h="1923" extrusionOk="0">
                  <a:moveTo>
                    <a:pt x="623" y="0"/>
                  </a:moveTo>
                  <a:cubicBezTo>
                    <a:pt x="478" y="0"/>
                    <a:pt x="333" y="56"/>
                    <a:pt x="224" y="167"/>
                  </a:cubicBezTo>
                  <a:cubicBezTo>
                    <a:pt x="4" y="384"/>
                    <a:pt x="1" y="736"/>
                    <a:pt x="214" y="959"/>
                  </a:cubicBezTo>
                  <a:lnTo>
                    <a:pt x="1015" y="1757"/>
                  </a:lnTo>
                  <a:cubicBezTo>
                    <a:pt x="1125" y="1867"/>
                    <a:pt x="1269" y="1922"/>
                    <a:pt x="1413" y="1922"/>
                  </a:cubicBezTo>
                  <a:cubicBezTo>
                    <a:pt x="1558" y="1922"/>
                    <a:pt x="1702" y="1867"/>
                    <a:pt x="1813" y="1757"/>
                  </a:cubicBezTo>
                  <a:cubicBezTo>
                    <a:pt x="2033" y="1534"/>
                    <a:pt x="2033" y="1179"/>
                    <a:pt x="1813" y="959"/>
                  </a:cubicBezTo>
                  <a:lnTo>
                    <a:pt x="1015" y="158"/>
                  </a:lnTo>
                  <a:cubicBezTo>
                    <a:pt x="906" y="53"/>
                    <a:pt x="764" y="0"/>
                    <a:pt x="6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" name="Google Shape;192;p17">
              <a:extLst>
                <a:ext uri="{FF2B5EF4-FFF2-40B4-BE49-F238E27FC236}">
                  <a16:creationId xmlns:a16="http://schemas.microsoft.com/office/drawing/2014/main" id="{005306D7-135D-94B8-A973-B733F3069EC8}"/>
                </a:ext>
              </a:extLst>
            </p:cNvPr>
            <p:cNvSpPr/>
            <p:nvPr/>
          </p:nvSpPr>
          <p:spPr>
            <a:xfrm>
              <a:off x="5052575" y="2272175"/>
              <a:ext cx="50700" cy="47900"/>
            </a:xfrm>
            <a:custGeom>
              <a:avLst/>
              <a:gdLst/>
              <a:ahLst/>
              <a:cxnLst/>
              <a:rect l="l" t="t" r="r" b="b"/>
              <a:pathLst>
                <a:path w="2028" h="1916" extrusionOk="0">
                  <a:moveTo>
                    <a:pt x="1405" y="0"/>
                  </a:moveTo>
                  <a:cubicBezTo>
                    <a:pt x="1264" y="0"/>
                    <a:pt x="1124" y="53"/>
                    <a:pt x="1015" y="159"/>
                  </a:cubicBezTo>
                  <a:lnTo>
                    <a:pt x="214" y="960"/>
                  </a:lnTo>
                  <a:cubicBezTo>
                    <a:pt x="1" y="1179"/>
                    <a:pt x="4" y="1532"/>
                    <a:pt x="224" y="1749"/>
                  </a:cubicBezTo>
                  <a:cubicBezTo>
                    <a:pt x="333" y="1860"/>
                    <a:pt x="478" y="1916"/>
                    <a:pt x="623" y="1916"/>
                  </a:cubicBezTo>
                  <a:cubicBezTo>
                    <a:pt x="764" y="1916"/>
                    <a:pt x="906" y="1863"/>
                    <a:pt x="1015" y="1758"/>
                  </a:cubicBezTo>
                  <a:lnTo>
                    <a:pt x="1813" y="960"/>
                  </a:lnTo>
                  <a:cubicBezTo>
                    <a:pt x="2027" y="737"/>
                    <a:pt x="2024" y="384"/>
                    <a:pt x="1804" y="168"/>
                  </a:cubicBezTo>
                  <a:cubicBezTo>
                    <a:pt x="1695" y="56"/>
                    <a:pt x="1550" y="0"/>
                    <a:pt x="14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" name="Google Shape;193;p17">
              <a:extLst>
                <a:ext uri="{FF2B5EF4-FFF2-40B4-BE49-F238E27FC236}">
                  <a16:creationId xmlns:a16="http://schemas.microsoft.com/office/drawing/2014/main" id="{F0BEBE94-992B-D3F1-11EA-799EB891C90A}"/>
                </a:ext>
              </a:extLst>
            </p:cNvPr>
            <p:cNvSpPr/>
            <p:nvPr/>
          </p:nvSpPr>
          <p:spPr>
            <a:xfrm>
              <a:off x="5475050" y="2197300"/>
              <a:ext cx="56425" cy="28275"/>
            </a:xfrm>
            <a:custGeom>
              <a:avLst/>
              <a:gdLst/>
              <a:ahLst/>
              <a:cxnLst/>
              <a:rect l="l" t="t" r="r" b="b"/>
              <a:pathLst>
                <a:path w="2257" h="1131" extrusionOk="0">
                  <a:moveTo>
                    <a:pt x="564" y="1"/>
                  </a:moveTo>
                  <a:cubicBezTo>
                    <a:pt x="251" y="1"/>
                    <a:pt x="1" y="254"/>
                    <a:pt x="1" y="567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" name="Google Shape;194;p17">
              <a:extLst>
                <a:ext uri="{FF2B5EF4-FFF2-40B4-BE49-F238E27FC236}">
                  <a16:creationId xmlns:a16="http://schemas.microsoft.com/office/drawing/2014/main" id="{3DE0ACCF-6C7F-CAE9-57CB-1E3ED2FEFADC}"/>
                </a:ext>
              </a:extLst>
            </p:cNvPr>
            <p:cNvSpPr/>
            <p:nvPr/>
          </p:nvSpPr>
          <p:spPr>
            <a:xfrm>
              <a:off x="5477925" y="2102800"/>
              <a:ext cx="50675" cy="47900"/>
            </a:xfrm>
            <a:custGeom>
              <a:avLst/>
              <a:gdLst/>
              <a:ahLst/>
              <a:cxnLst/>
              <a:rect l="l" t="t" r="r" b="b"/>
              <a:pathLst>
                <a:path w="2027" h="1916" extrusionOk="0">
                  <a:moveTo>
                    <a:pt x="1405" y="0"/>
                  </a:moveTo>
                  <a:cubicBezTo>
                    <a:pt x="1264" y="0"/>
                    <a:pt x="1123" y="53"/>
                    <a:pt x="1015" y="158"/>
                  </a:cubicBezTo>
                  <a:lnTo>
                    <a:pt x="214" y="959"/>
                  </a:lnTo>
                  <a:cubicBezTo>
                    <a:pt x="0" y="1179"/>
                    <a:pt x="3" y="1531"/>
                    <a:pt x="223" y="1748"/>
                  </a:cubicBezTo>
                  <a:cubicBezTo>
                    <a:pt x="333" y="1860"/>
                    <a:pt x="478" y="1915"/>
                    <a:pt x="623" y="1915"/>
                  </a:cubicBezTo>
                  <a:cubicBezTo>
                    <a:pt x="764" y="1915"/>
                    <a:pt x="905" y="1863"/>
                    <a:pt x="1015" y="1757"/>
                  </a:cubicBezTo>
                  <a:lnTo>
                    <a:pt x="1813" y="959"/>
                  </a:lnTo>
                  <a:cubicBezTo>
                    <a:pt x="2027" y="736"/>
                    <a:pt x="2024" y="384"/>
                    <a:pt x="1804" y="167"/>
                  </a:cubicBezTo>
                  <a:cubicBezTo>
                    <a:pt x="1694" y="56"/>
                    <a:pt x="1549" y="0"/>
                    <a:pt x="14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" name="Google Shape;195;p17">
              <a:extLst>
                <a:ext uri="{FF2B5EF4-FFF2-40B4-BE49-F238E27FC236}">
                  <a16:creationId xmlns:a16="http://schemas.microsoft.com/office/drawing/2014/main" id="{3959D422-B5E9-7606-20A0-C33BC3468B8A}"/>
                </a:ext>
              </a:extLst>
            </p:cNvPr>
            <p:cNvSpPr/>
            <p:nvPr/>
          </p:nvSpPr>
          <p:spPr>
            <a:xfrm>
              <a:off x="5477775" y="2272000"/>
              <a:ext cx="50825" cy="48075"/>
            </a:xfrm>
            <a:custGeom>
              <a:avLst/>
              <a:gdLst/>
              <a:ahLst/>
              <a:cxnLst/>
              <a:rect l="l" t="t" r="r" b="b"/>
              <a:pathLst>
                <a:path w="2033" h="1923" extrusionOk="0">
                  <a:moveTo>
                    <a:pt x="621" y="1"/>
                  </a:moveTo>
                  <a:cubicBezTo>
                    <a:pt x="476" y="1"/>
                    <a:pt x="331" y="56"/>
                    <a:pt x="220" y="166"/>
                  </a:cubicBezTo>
                  <a:cubicBezTo>
                    <a:pt x="0" y="388"/>
                    <a:pt x="0" y="744"/>
                    <a:pt x="220" y="967"/>
                  </a:cubicBezTo>
                  <a:lnTo>
                    <a:pt x="1021" y="1765"/>
                  </a:lnTo>
                  <a:cubicBezTo>
                    <a:pt x="1129" y="1870"/>
                    <a:pt x="1270" y="1923"/>
                    <a:pt x="1411" y="1923"/>
                  </a:cubicBezTo>
                  <a:cubicBezTo>
                    <a:pt x="1555" y="1923"/>
                    <a:pt x="1700" y="1867"/>
                    <a:pt x="1810" y="1756"/>
                  </a:cubicBezTo>
                  <a:cubicBezTo>
                    <a:pt x="2030" y="1539"/>
                    <a:pt x="2033" y="1186"/>
                    <a:pt x="1819" y="967"/>
                  </a:cubicBezTo>
                  <a:lnTo>
                    <a:pt x="1021" y="166"/>
                  </a:lnTo>
                  <a:cubicBezTo>
                    <a:pt x="910" y="56"/>
                    <a:pt x="765" y="1"/>
                    <a:pt x="6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2" name="Google Shape;507;p23">
            <a:extLst>
              <a:ext uri="{FF2B5EF4-FFF2-40B4-BE49-F238E27FC236}">
                <a16:creationId xmlns:a16="http://schemas.microsoft.com/office/drawing/2014/main" id="{ECC41B13-35F3-EFE1-1896-7DF56B06BE3E}"/>
              </a:ext>
            </a:extLst>
          </p:cNvPr>
          <p:cNvGrpSpPr/>
          <p:nvPr/>
        </p:nvGrpSpPr>
        <p:grpSpPr>
          <a:xfrm>
            <a:off x="3708376" y="3776339"/>
            <a:ext cx="427236" cy="385799"/>
            <a:chOff x="6577238" y="2457221"/>
            <a:chExt cx="332019" cy="310788"/>
          </a:xfrm>
        </p:grpSpPr>
        <p:sp>
          <p:nvSpPr>
            <p:cNvPr id="53" name="Google Shape;508;p23">
              <a:extLst>
                <a:ext uri="{FF2B5EF4-FFF2-40B4-BE49-F238E27FC236}">
                  <a16:creationId xmlns:a16="http://schemas.microsoft.com/office/drawing/2014/main" id="{4AE2BB7B-8FF6-B5DC-BD15-4C1CD1B9280B}"/>
                </a:ext>
              </a:extLst>
            </p:cNvPr>
            <p:cNvSpPr/>
            <p:nvPr/>
          </p:nvSpPr>
          <p:spPr>
            <a:xfrm>
              <a:off x="6577238" y="2457221"/>
              <a:ext cx="332019" cy="310788"/>
            </a:xfrm>
            <a:custGeom>
              <a:avLst/>
              <a:gdLst/>
              <a:ahLst/>
              <a:cxnLst/>
              <a:rect l="l" t="t" r="r" b="b"/>
              <a:pathLst>
                <a:path w="10431" h="9764" extrusionOk="0">
                  <a:moveTo>
                    <a:pt x="5478" y="346"/>
                  </a:moveTo>
                  <a:cubicBezTo>
                    <a:pt x="5823" y="346"/>
                    <a:pt x="6097" y="619"/>
                    <a:pt x="6097" y="965"/>
                  </a:cubicBezTo>
                  <a:lnTo>
                    <a:pt x="6097" y="1334"/>
                  </a:lnTo>
                  <a:cubicBezTo>
                    <a:pt x="6097" y="1620"/>
                    <a:pt x="6335" y="1858"/>
                    <a:pt x="6621" y="1858"/>
                  </a:cubicBezTo>
                  <a:lnTo>
                    <a:pt x="6776" y="1858"/>
                  </a:lnTo>
                  <a:cubicBezTo>
                    <a:pt x="6871" y="1858"/>
                    <a:pt x="6966" y="1953"/>
                    <a:pt x="6966" y="2048"/>
                  </a:cubicBezTo>
                  <a:lnTo>
                    <a:pt x="6966" y="3084"/>
                  </a:lnTo>
                  <a:cubicBezTo>
                    <a:pt x="6966" y="3179"/>
                    <a:pt x="6871" y="3275"/>
                    <a:pt x="6776" y="3275"/>
                  </a:cubicBezTo>
                  <a:lnTo>
                    <a:pt x="3537" y="3275"/>
                  </a:lnTo>
                  <a:cubicBezTo>
                    <a:pt x="3442" y="3275"/>
                    <a:pt x="3347" y="3179"/>
                    <a:pt x="3347" y="3084"/>
                  </a:cubicBezTo>
                  <a:lnTo>
                    <a:pt x="3394" y="2048"/>
                  </a:lnTo>
                  <a:cubicBezTo>
                    <a:pt x="3394" y="1953"/>
                    <a:pt x="3477" y="1858"/>
                    <a:pt x="3585" y="1858"/>
                  </a:cubicBezTo>
                  <a:lnTo>
                    <a:pt x="3739" y="1858"/>
                  </a:lnTo>
                  <a:cubicBezTo>
                    <a:pt x="4013" y="1858"/>
                    <a:pt x="4251" y="1620"/>
                    <a:pt x="4251" y="1334"/>
                  </a:cubicBezTo>
                  <a:lnTo>
                    <a:pt x="4251" y="965"/>
                  </a:lnTo>
                  <a:cubicBezTo>
                    <a:pt x="4251" y="619"/>
                    <a:pt x="4537" y="346"/>
                    <a:pt x="4882" y="346"/>
                  </a:cubicBezTo>
                  <a:close/>
                  <a:moveTo>
                    <a:pt x="9538" y="2286"/>
                  </a:moveTo>
                  <a:cubicBezTo>
                    <a:pt x="9871" y="2286"/>
                    <a:pt x="10121" y="2560"/>
                    <a:pt x="10121" y="2870"/>
                  </a:cubicBezTo>
                  <a:lnTo>
                    <a:pt x="10121" y="8823"/>
                  </a:lnTo>
                  <a:lnTo>
                    <a:pt x="10085" y="8823"/>
                  </a:lnTo>
                  <a:cubicBezTo>
                    <a:pt x="10085" y="9156"/>
                    <a:pt x="9824" y="9406"/>
                    <a:pt x="9514" y="9406"/>
                  </a:cubicBezTo>
                  <a:lnTo>
                    <a:pt x="918" y="9406"/>
                  </a:lnTo>
                  <a:cubicBezTo>
                    <a:pt x="596" y="9406"/>
                    <a:pt x="346" y="9132"/>
                    <a:pt x="346" y="8823"/>
                  </a:cubicBezTo>
                  <a:lnTo>
                    <a:pt x="346" y="2870"/>
                  </a:lnTo>
                  <a:cubicBezTo>
                    <a:pt x="346" y="2548"/>
                    <a:pt x="608" y="2286"/>
                    <a:pt x="918" y="2286"/>
                  </a:cubicBezTo>
                  <a:lnTo>
                    <a:pt x="3085" y="2286"/>
                  </a:lnTo>
                  <a:lnTo>
                    <a:pt x="3085" y="2846"/>
                  </a:lnTo>
                  <a:lnTo>
                    <a:pt x="1061" y="2846"/>
                  </a:lnTo>
                  <a:cubicBezTo>
                    <a:pt x="965" y="2846"/>
                    <a:pt x="894" y="2917"/>
                    <a:pt x="894" y="3001"/>
                  </a:cubicBezTo>
                  <a:lnTo>
                    <a:pt x="894" y="8704"/>
                  </a:lnTo>
                  <a:cubicBezTo>
                    <a:pt x="894" y="8799"/>
                    <a:pt x="965" y="8870"/>
                    <a:pt x="1061" y="8870"/>
                  </a:cubicBezTo>
                  <a:lnTo>
                    <a:pt x="6609" y="8870"/>
                  </a:lnTo>
                  <a:cubicBezTo>
                    <a:pt x="6692" y="8870"/>
                    <a:pt x="6776" y="8799"/>
                    <a:pt x="6776" y="8704"/>
                  </a:cubicBezTo>
                  <a:cubicBezTo>
                    <a:pt x="6776" y="8620"/>
                    <a:pt x="6692" y="8537"/>
                    <a:pt x="6609" y="8537"/>
                  </a:cubicBezTo>
                  <a:lnTo>
                    <a:pt x="1215" y="8537"/>
                  </a:lnTo>
                  <a:lnTo>
                    <a:pt x="1215" y="3167"/>
                  </a:lnTo>
                  <a:lnTo>
                    <a:pt x="3096" y="3167"/>
                  </a:lnTo>
                  <a:cubicBezTo>
                    <a:pt x="3132" y="3417"/>
                    <a:pt x="3347" y="3596"/>
                    <a:pt x="3620" y="3596"/>
                  </a:cubicBezTo>
                  <a:lnTo>
                    <a:pt x="6847" y="3596"/>
                  </a:lnTo>
                  <a:cubicBezTo>
                    <a:pt x="7097" y="3596"/>
                    <a:pt x="7323" y="3405"/>
                    <a:pt x="7371" y="3167"/>
                  </a:cubicBezTo>
                  <a:lnTo>
                    <a:pt x="9240" y="3167"/>
                  </a:lnTo>
                  <a:lnTo>
                    <a:pt x="9240" y="8537"/>
                  </a:lnTo>
                  <a:lnTo>
                    <a:pt x="7418" y="8537"/>
                  </a:lnTo>
                  <a:cubicBezTo>
                    <a:pt x="7335" y="8537"/>
                    <a:pt x="7264" y="8620"/>
                    <a:pt x="7264" y="8704"/>
                  </a:cubicBezTo>
                  <a:cubicBezTo>
                    <a:pt x="7264" y="8799"/>
                    <a:pt x="7335" y="8870"/>
                    <a:pt x="7418" y="8870"/>
                  </a:cubicBezTo>
                  <a:lnTo>
                    <a:pt x="9407" y="8870"/>
                  </a:lnTo>
                  <a:cubicBezTo>
                    <a:pt x="9490" y="8870"/>
                    <a:pt x="9562" y="8799"/>
                    <a:pt x="9562" y="8704"/>
                  </a:cubicBezTo>
                  <a:lnTo>
                    <a:pt x="9562" y="3001"/>
                  </a:lnTo>
                  <a:cubicBezTo>
                    <a:pt x="9562" y="2917"/>
                    <a:pt x="9490" y="2846"/>
                    <a:pt x="9407" y="2846"/>
                  </a:cubicBezTo>
                  <a:lnTo>
                    <a:pt x="7383" y="2846"/>
                  </a:lnTo>
                  <a:lnTo>
                    <a:pt x="7383" y="2286"/>
                  </a:lnTo>
                  <a:close/>
                  <a:moveTo>
                    <a:pt x="4906" y="0"/>
                  </a:moveTo>
                  <a:cubicBezTo>
                    <a:pt x="4370" y="0"/>
                    <a:pt x="3942" y="429"/>
                    <a:pt x="3942" y="965"/>
                  </a:cubicBezTo>
                  <a:lnTo>
                    <a:pt x="3942" y="1334"/>
                  </a:lnTo>
                  <a:cubicBezTo>
                    <a:pt x="3942" y="1441"/>
                    <a:pt x="3858" y="1536"/>
                    <a:pt x="3751" y="1536"/>
                  </a:cubicBezTo>
                  <a:lnTo>
                    <a:pt x="3597" y="1536"/>
                  </a:lnTo>
                  <a:cubicBezTo>
                    <a:pt x="3347" y="1536"/>
                    <a:pt x="3120" y="1727"/>
                    <a:pt x="3085" y="1965"/>
                  </a:cubicBezTo>
                  <a:lnTo>
                    <a:pt x="918" y="1965"/>
                  </a:lnTo>
                  <a:cubicBezTo>
                    <a:pt x="418" y="1965"/>
                    <a:pt x="1" y="2382"/>
                    <a:pt x="1" y="2882"/>
                  </a:cubicBezTo>
                  <a:lnTo>
                    <a:pt x="1" y="8835"/>
                  </a:lnTo>
                  <a:cubicBezTo>
                    <a:pt x="1" y="9347"/>
                    <a:pt x="418" y="9763"/>
                    <a:pt x="918" y="9763"/>
                  </a:cubicBezTo>
                  <a:lnTo>
                    <a:pt x="9514" y="9763"/>
                  </a:lnTo>
                  <a:cubicBezTo>
                    <a:pt x="10014" y="9763"/>
                    <a:pt x="10431" y="9347"/>
                    <a:pt x="10431" y="8835"/>
                  </a:cubicBezTo>
                  <a:lnTo>
                    <a:pt x="10431" y="2882"/>
                  </a:lnTo>
                  <a:cubicBezTo>
                    <a:pt x="10419" y="2370"/>
                    <a:pt x="10002" y="1965"/>
                    <a:pt x="9490" y="1965"/>
                  </a:cubicBezTo>
                  <a:lnTo>
                    <a:pt x="7335" y="1965"/>
                  </a:lnTo>
                  <a:cubicBezTo>
                    <a:pt x="7287" y="1715"/>
                    <a:pt x="7085" y="1536"/>
                    <a:pt x="6811" y="1536"/>
                  </a:cubicBezTo>
                  <a:lnTo>
                    <a:pt x="6668" y="1536"/>
                  </a:lnTo>
                  <a:cubicBezTo>
                    <a:pt x="6561" y="1536"/>
                    <a:pt x="6478" y="1441"/>
                    <a:pt x="6478" y="1334"/>
                  </a:cubicBezTo>
                  <a:lnTo>
                    <a:pt x="6478" y="965"/>
                  </a:lnTo>
                  <a:cubicBezTo>
                    <a:pt x="6478" y="429"/>
                    <a:pt x="6037" y="0"/>
                    <a:pt x="5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09;p23">
              <a:extLst>
                <a:ext uri="{FF2B5EF4-FFF2-40B4-BE49-F238E27FC236}">
                  <a16:creationId xmlns:a16="http://schemas.microsoft.com/office/drawing/2014/main" id="{B288190F-4471-F645-A2CD-C8F44F98A716}"/>
                </a:ext>
              </a:extLst>
            </p:cNvPr>
            <p:cNvSpPr/>
            <p:nvPr/>
          </p:nvSpPr>
          <p:spPr>
            <a:xfrm>
              <a:off x="6723529" y="2512542"/>
              <a:ext cx="38705" cy="39055"/>
            </a:xfrm>
            <a:custGeom>
              <a:avLst/>
              <a:gdLst/>
              <a:ahLst/>
              <a:cxnLst/>
              <a:rect l="l" t="t" r="r" b="b"/>
              <a:pathLst>
                <a:path w="1216" h="1227" extrusionOk="0">
                  <a:moveTo>
                    <a:pt x="608" y="346"/>
                  </a:moveTo>
                  <a:cubicBezTo>
                    <a:pt x="763" y="346"/>
                    <a:pt x="882" y="465"/>
                    <a:pt x="882" y="608"/>
                  </a:cubicBezTo>
                  <a:cubicBezTo>
                    <a:pt x="882" y="763"/>
                    <a:pt x="763" y="882"/>
                    <a:pt x="608" y="882"/>
                  </a:cubicBezTo>
                  <a:cubicBezTo>
                    <a:pt x="465" y="882"/>
                    <a:pt x="346" y="763"/>
                    <a:pt x="346" y="608"/>
                  </a:cubicBezTo>
                  <a:cubicBezTo>
                    <a:pt x="346" y="465"/>
                    <a:pt x="465" y="346"/>
                    <a:pt x="608" y="346"/>
                  </a:cubicBezTo>
                  <a:close/>
                  <a:moveTo>
                    <a:pt x="608" y="1"/>
                  </a:moveTo>
                  <a:cubicBezTo>
                    <a:pt x="286" y="1"/>
                    <a:pt x="1" y="274"/>
                    <a:pt x="1" y="608"/>
                  </a:cubicBezTo>
                  <a:cubicBezTo>
                    <a:pt x="1" y="941"/>
                    <a:pt x="275" y="1227"/>
                    <a:pt x="608" y="1227"/>
                  </a:cubicBezTo>
                  <a:cubicBezTo>
                    <a:pt x="941" y="1227"/>
                    <a:pt x="1215" y="953"/>
                    <a:pt x="1215" y="608"/>
                  </a:cubicBezTo>
                  <a:cubicBezTo>
                    <a:pt x="1203" y="274"/>
                    <a:pt x="941" y="1"/>
                    <a:pt x="6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10;p23">
              <a:extLst>
                <a:ext uri="{FF2B5EF4-FFF2-40B4-BE49-F238E27FC236}">
                  <a16:creationId xmlns:a16="http://schemas.microsoft.com/office/drawing/2014/main" id="{B9A979B6-7367-CD2E-CD7F-15140FFEA03C}"/>
                </a:ext>
              </a:extLst>
            </p:cNvPr>
            <p:cNvSpPr/>
            <p:nvPr/>
          </p:nvSpPr>
          <p:spPr>
            <a:xfrm>
              <a:off x="6662893" y="2597050"/>
              <a:ext cx="169813" cy="108031"/>
            </a:xfrm>
            <a:custGeom>
              <a:avLst/>
              <a:gdLst/>
              <a:ahLst/>
              <a:cxnLst/>
              <a:rect l="l" t="t" r="r" b="b"/>
              <a:pathLst>
                <a:path w="5335" h="3394" extrusionOk="0">
                  <a:moveTo>
                    <a:pt x="763" y="2060"/>
                  </a:moveTo>
                  <a:cubicBezTo>
                    <a:pt x="1025" y="2060"/>
                    <a:pt x="1251" y="2287"/>
                    <a:pt x="1251" y="2561"/>
                  </a:cubicBezTo>
                  <a:cubicBezTo>
                    <a:pt x="1251" y="2822"/>
                    <a:pt x="1025" y="3049"/>
                    <a:pt x="763" y="3049"/>
                  </a:cubicBezTo>
                  <a:cubicBezTo>
                    <a:pt x="489" y="3049"/>
                    <a:pt x="275" y="2822"/>
                    <a:pt x="275" y="2561"/>
                  </a:cubicBezTo>
                  <a:cubicBezTo>
                    <a:pt x="275" y="2287"/>
                    <a:pt x="489" y="2060"/>
                    <a:pt x="763" y="2060"/>
                  </a:cubicBezTo>
                  <a:close/>
                  <a:moveTo>
                    <a:pt x="4918" y="1"/>
                  </a:moveTo>
                  <a:cubicBezTo>
                    <a:pt x="4918" y="1"/>
                    <a:pt x="4894" y="1"/>
                    <a:pt x="4894" y="13"/>
                  </a:cubicBezTo>
                  <a:lnTo>
                    <a:pt x="4466" y="239"/>
                  </a:lnTo>
                  <a:cubicBezTo>
                    <a:pt x="4394" y="275"/>
                    <a:pt x="4346" y="370"/>
                    <a:pt x="4394" y="453"/>
                  </a:cubicBezTo>
                  <a:cubicBezTo>
                    <a:pt x="4429" y="515"/>
                    <a:pt x="4484" y="550"/>
                    <a:pt x="4548" y="550"/>
                  </a:cubicBezTo>
                  <a:cubicBezTo>
                    <a:pt x="4571" y="550"/>
                    <a:pt x="4595" y="546"/>
                    <a:pt x="4620" y="536"/>
                  </a:cubicBezTo>
                  <a:lnTo>
                    <a:pt x="4739" y="477"/>
                  </a:lnTo>
                  <a:lnTo>
                    <a:pt x="4739" y="477"/>
                  </a:lnTo>
                  <a:cubicBezTo>
                    <a:pt x="4525" y="1191"/>
                    <a:pt x="4144" y="1727"/>
                    <a:pt x="3620" y="2060"/>
                  </a:cubicBezTo>
                  <a:cubicBezTo>
                    <a:pt x="3098" y="2398"/>
                    <a:pt x="2516" y="2470"/>
                    <a:pt x="2094" y="2470"/>
                  </a:cubicBezTo>
                  <a:cubicBezTo>
                    <a:pt x="1891" y="2470"/>
                    <a:pt x="1724" y="2453"/>
                    <a:pt x="1620" y="2441"/>
                  </a:cubicBezTo>
                  <a:cubicBezTo>
                    <a:pt x="1560" y="2049"/>
                    <a:pt x="1227" y="1751"/>
                    <a:pt x="822" y="1751"/>
                  </a:cubicBezTo>
                  <a:cubicBezTo>
                    <a:pt x="370" y="1751"/>
                    <a:pt x="1" y="2120"/>
                    <a:pt x="1" y="2572"/>
                  </a:cubicBezTo>
                  <a:cubicBezTo>
                    <a:pt x="1" y="3013"/>
                    <a:pt x="370" y="3394"/>
                    <a:pt x="822" y="3394"/>
                  </a:cubicBezTo>
                  <a:cubicBezTo>
                    <a:pt x="1203" y="3394"/>
                    <a:pt x="1537" y="3120"/>
                    <a:pt x="1620" y="2763"/>
                  </a:cubicBezTo>
                  <a:cubicBezTo>
                    <a:pt x="1739" y="2775"/>
                    <a:pt x="1906" y="2799"/>
                    <a:pt x="2120" y="2799"/>
                  </a:cubicBezTo>
                  <a:cubicBezTo>
                    <a:pt x="2572" y="2799"/>
                    <a:pt x="3215" y="2703"/>
                    <a:pt x="3799" y="2334"/>
                  </a:cubicBezTo>
                  <a:cubicBezTo>
                    <a:pt x="4382" y="1965"/>
                    <a:pt x="4799" y="1394"/>
                    <a:pt x="5037" y="620"/>
                  </a:cubicBezTo>
                  <a:lnTo>
                    <a:pt x="5061" y="667"/>
                  </a:lnTo>
                  <a:cubicBezTo>
                    <a:pt x="5097" y="727"/>
                    <a:pt x="5156" y="751"/>
                    <a:pt x="5216" y="751"/>
                  </a:cubicBezTo>
                  <a:cubicBezTo>
                    <a:pt x="5239" y="751"/>
                    <a:pt x="5251" y="751"/>
                    <a:pt x="5287" y="739"/>
                  </a:cubicBezTo>
                  <a:cubicBezTo>
                    <a:pt x="5299" y="691"/>
                    <a:pt x="5335" y="596"/>
                    <a:pt x="5287" y="501"/>
                  </a:cubicBezTo>
                  <a:lnTo>
                    <a:pt x="5061" y="72"/>
                  </a:lnTo>
                  <a:cubicBezTo>
                    <a:pt x="5061" y="72"/>
                    <a:pt x="5061" y="60"/>
                    <a:pt x="5049" y="60"/>
                  </a:cubicBezTo>
                  <a:lnTo>
                    <a:pt x="5013" y="25"/>
                  </a:lnTo>
                  <a:lnTo>
                    <a:pt x="5001" y="13"/>
                  </a:lnTo>
                  <a:cubicBezTo>
                    <a:pt x="5001" y="13"/>
                    <a:pt x="4989" y="13"/>
                    <a:pt x="49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11;p23">
              <a:extLst>
                <a:ext uri="{FF2B5EF4-FFF2-40B4-BE49-F238E27FC236}">
                  <a16:creationId xmlns:a16="http://schemas.microsoft.com/office/drawing/2014/main" id="{E0DB73D9-8AB4-8041-E0DB-22788766CB8B}"/>
                </a:ext>
              </a:extLst>
            </p:cNvPr>
            <p:cNvSpPr/>
            <p:nvPr/>
          </p:nvSpPr>
          <p:spPr>
            <a:xfrm>
              <a:off x="6639402" y="2589188"/>
              <a:ext cx="32244" cy="31384"/>
            </a:xfrm>
            <a:custGeom>
              <a:avLst/>
              <a:gdLst/>
              <a:ahLst/>
              <a:cxnLst/>
              <a:rect l="l" t="t" r="r" b="b"/>
              <a:pathLst>
                <a:path w="1013" h="986" extrusionOk="0">
                  <a:moveTo>
                    <a:pt x="184" y="1"/>
                  </a:moveTo>
                  <a:cubicBezTo>
                    <a:pt x="140" y="1"/>
                    <a:pt x="96" y="16"/>
                    <a:pt x="60" y="45"/>
                  </a:cubicBezTo>
                  <a:cubicBezTo>
                    <a:pt x="0" y="105"/>
                    <a:pt x="0" y="212"/>
                    <a:pt x="60" y="283"/>
                  </a:cubicBezTo>
                  <a:lnTo>
                    <a:pt x="262" y="498"/>
                  </a:lnTo>
                  <a:lnTo>
                    <a:pt x="60" y="700"/>
                  </a:lnTo>
                  <a:cubicBezTo>
                    <a:pt x="0" y="760"/>
                    <a:pt x="0" y="867"/>
                    <a:pt x="60" y="938"/>
                  </a:cubicBezTo>
                  <a:cubicBezTo>
                    <a:pt x="84" y="974"/>
                    <a:pt x="131" y="986"/>
                    <a:pt x="179" y="986"/>
                  </a:cubicBezTo>
                  <a:cubicBezTo>
                    <a:pt x="215" y="986"/>
                    <a:pt x="262" y="974"/>
                    <a:pt x="298" y="938"/>
                  </a:cubicBezTo>
                  <a:lnTo>
                    <a:pt x="501" y="736"/>
                  </a:lnTo>
                  <a:lnTo>
                    <a:pt x="715" y="938"/>
                  </a:lnTo>
                  <a:cubicBezTo>
                    <a:pt x="739" y="974"/>
                    <a:pt x="786" y="986"/>
                    <a:pt x="834" y="986"/>
                  </a:cubicBezTo>
                  <a:cubicBezTo>
                    <a:pt x="870" y="986"/>
                    <a:pt x="917" y="974"/>
                    <a:pt x="953" y="938"/>
                  </a:cubicBezTo>
                  <a:cubicBezTo>
                    <a:pt x="1013" y="879"/>
                    <a:pt x="1013" y="783"/>
                    <a:pt x="953" y="700"/>
                  </a:cubicBezTo>
                  <a:lnTo>
                    <a:pt x="739" y="498"/>
                  </a:lnTo>
                  <a:lnTo>
                    <a:pt x="953" y="283"/>
                  </a:lnTo>
                  <a:cubicBezTo>
                    <a:pt x="1013" y="224"/>
                    <a:pt x="1013" y="129"/>
                    <a:pt x="953" y="45"/>
                  </a:cubicBezTo>
                  <a:cubicBezTo>
                    <a:pt x="923" y="16"/>
                    <a:pt x="882" y="1"/>
                    <a:pt x="838" y="1"/>
                  </a:cubicBezTo>
                  <a:cubicBezTo>
                    <a:pt x="795" y="1"/>
                    <a:pt x="751" y="16"/>
                    <a:pt x="715" y="45"/>
                  </a:cubicBezTo>
                  <a:lnTo>
                    <a:pt x="501" y="260"/>
                  </a:lnTo>
                  <a:lnTo>
                    <a:pt x="298" y="45"/>
                  </a:lnTo>
                  <a:cubicBezTo>
                    <a:pt x="268" y="16"/>
                    <a:pt x="227" y="1"/>
                    <a:pt x="1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12;p23">
              <a:extLst>
                <a:ext uri="{FF2B5EF4-FFF2-40B4-BE49-F238E27FC236}">
                  <a16:creationId xmlns:a16="http://schemas.microsoft.com/office/drawing/2014/main" id="{D2A8B8F4-AEEE-373B-5487-545ED2C39F48}"/>
                </a:ext>
              </a:extLst>
            </p:cNvPr>
            <p:cNvSpPr/>
            <p:nvPr/>
          </p:nvSpPr>
          <p:spPr>
            <a:xfrm>
              <a:off x="6820547" y="2673315"/>
              <a:ext cx="32244" cy="31034"/>
            </a:xfrm>
            <a:custGeom>
              <a:avLst/>
              <a:gdLst/>
              <a:ahLst/>
              <a:cxnLst/>
              <a:rect l="l" t="t" r="r" b="b"/>
              <a:pathLst>
                <a:path w="1013" h="975" extrusionOk="0">
                  <a:moveTo>
                    <a:pt x="188" y="1"/>
                  </a:moveTo>
                  <a:cubicBezTo>
                    <a:pt x="147" y="1"/>
                    <a:pt x="102" y="16"/>
                    <a:pt x="60" y="45"/>
                  </a:cubicBezTo>
                  <a:cubicBezTo>
                    <a:pt x="1" y="105"/>
                    <a:pt x="1" y="200"/>
                    <a:pt x="60" y="284"/>
                  </a:cubicBezTo>
                  <a:lnTo>
                    <a:pt x="275" y="486"/>
                  </a:lnTo>
                  <a:lnTo>
                    <a:pt x="60" y="700"/>
                  </a:lnTo>
                  <a:cubicBezTo>
                    <a:pt x="1" y="760"/>
                    <a:pt x="1" y="855"/>
                    <a:pt x="60" y="938"/>
                  </a:cubicBezTo>
                  <a:cubicBezTo>
                    <a:pt x="96" y="962"/>
                    <a:pt x="144" y="974"/>
                    <a:pt x="179" y="974"/>
                  </a:cubicBezTo>
                  <a:cubicBezTo>
                    <a:pt x="227" y="974"/>
                    <a:pt x="275" y="962"/>
                    <a:pt x="298" y="938"/>
                  </a:cubicBezTo>
                  <a:lnTo>
                    <a:pt x="513" y="724"/>
                  </a:lnTo>
                  <a:lnTo>
                    <a:pt x="715" y="938"/>
                  </a:lnTo>
                  <a:cubicBezTo>
                    <a:pt x="751" y="962"/>
                    <a:pt x="798" y="974"/>
                    <a:pt x="834" y="974"/>
                  </a:cubicBezTo>
                  <a:cubicBezTo>
                    <a:pt x="882" y="974"/>
                    <a:pt x="929" y="962"/>
                    <a:pt x="953" y="938"/>
                  </a:cubicBezTo>
                  <a:cubicBezTo>
                    <a:pt x="1013" y="879"/>
                    <a:pt x="1013" y="772"/>
                    <a:pt x="953" y="700"/>
                  </a:cubicBezTo>
                  <a:lnTo>
                    <a:pt x="751" y="486"/>
                  </a:lnTo>
                  <a:lnTo>
                    <a:pt x="953" y="284"/>
                  </a:lnTo>
                  <a:cubicBezTo>
                    <a:pt x="1013" y="224"/>
                    <a:pt x="1013" y="117"/>
                    <a:pt x="953" y="45"/>
                  </a:cubicBezTo>
                  <a:cubicBezTo>
                    <a:pt x="923" y="16"/>
                    <a:pt x="885" y="1"/>
                    <a:pt x="843" y="1"/>
                  </a:cubicBezTo>
                  <a:cubicBezTo>
                    <a:pt x="801" y="1"/>
                    <a:pt x="757" y="16"/>
                    <a:pt x="715" y="45"/>
                  </a:cubicBezTo>
                  <a:lnTo>
                    <a:pt x="513" y="248"/>
                  </a:lnTo>
                  <a:lnTo>
                    <a:pt x="298" y="45"/>
                  </a:lnTo>
                  <a:cubicBezTo>
                    <a:pt x="269" y="16"/>
                    <a:pt x="230" y="1"/>
                    <a:pt x="1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13;p23">
              <a:extLst>
                <a:ext uri="{FF2B5EF4-FFF2-40B4-BE49-F238E27FC236}">
                  <a16:creationId xmlns:a16="http://schemas.microsoft.com/office/drawing/2014/main" id="{966877C7-54E0-BE75-35A4-DAB3FAA40824}"/>
                </a:ext>
              </a:extLst>
            </p:cNvPr>
            <p:cNvSpPr/>
            <p:nvPr/>
          </p:nvSpPr>
          <p:spPr>
            <a:xfrm>
              <a:off x="6730341" y="2603607"/>
              <a:ext cx="32244" cy="31384"/>
            </a:xfrm>
            <a:custGeom>
              <a:avLst/>
              <a:gdLst/>
              <a:ahLst/>
              <a:cxnLst/>
              <a:rect l="l" t="t" r="r" b="b"/>
              <a:pathLst>
                <a:path w="1013" h="986" extrusionOk="0">
                  <a:moveTo>
                    <a:pt x="184" y="0"/>
                  </a:moveTo>
                  <a:cubicBezTo>
                    <a:pt x="141" y="0"/>
                    <a:pt x="96" y="15"/>
                    <a:pt x="61" y="45"/>
                  </a:cubicBezTo>
                  <a:cubicBezTo>
                    <a:pt x="1" y="104"/>
                    <a:pt x="1" y="211"/>
                    <a:pt x="61" y="283"/>
                  </a:cubicBezTo>
                  <a:lnTo>
                    <a:pt x="263" y="485"/>
                  </a:lnTo>
                  <a:lnTo>
                    <a:pt x="61" y="700"/>
                  </a:lnTo>
                  <a:cubicBezTo>
                    <a:pt x="1" y="759"/>
                    <a:pt x="1" y="866"/>
                    <a:pt x="61" y="938"/>
                  </a:cubicBezTo>
                  <a:cubicBezTo>
                    <a:pt x="84" y="962"/>
                    <a:pt x="132" y="985"/>
                    <a:pt x="180" y="985"/>
                  </a:cubicBezTo>
                  <a:cubicBezTo>
                    <a:pt x="215" y="985"/>
                    <a:pt x="263" y="962"/>
                    <a:pt x="299" y="938"/>
                  </a:cubicBezTo>
                  <a:lnTo>
                    <a:pt x="501" y="723"/>
                  </a:lnTo>
                  <a:lnTo>
                    <a:pt x="715" y="938"/>
                  </a:lnTo>
                  <a:cubicBezTo>
                    <a:pt x="739" y="962"/>
                    <a:pt x="787" y="985"/>
                    <a:pt x="834" y="985"/>
                  </a:cubicBezTo>
                  <a:cubicBezTo>
                    <a:pt x="870" y="985"/>
                    <a:pt x="918" y="962"/>
                    <a:pt x="953" y="938"/>
                  </a:cubicBezTo>
                  <a:cubicBezTo>
                    <a:pt x="1013" y="878"/>
                    <a:pt x="1013" y="771"/>
                    <a:pt x="953" y="700"/>
                  </a:cubicBezTo>
                  <a:lnTo>
                    <a:pt x="739" y="485"/>
                  </a:lnTo>
                  <a:lnTo>
                    <a:pt x="953" y="283"/>
                  </a:lnTo>
                  <a:cubicBezTo>
                    <a:pt x="1013" y="223"/>
                    <a:pt x="1013" y="116"/>
                    <a:pt x="953" y="45"/>
                  </a:cubicBezTo>
                  <a:cubicBezTo>
                    <a:pt x="924" y="15"/>
                    <a:pt x="882" y="0"/>
                    <a:pt x="839" y="0"/>
                  </a:cubicBezTo>
                  <a:cubicBezTo>
                    <a:pt x="796" y="0"/>
                    <a:pt x="751" y="15"/>
                    <a:pt x="715" y="45"/>
                  </a:cubicBezTo>
                  <a:lnTo>
                    <a:pt x="501" y="247"/>
                  </a:lnTo>
                  <a:lnTo>
                    <a:pt x="299" y="45"/>
                  </a:lnTo>
                  <a:cubicBezTo>
                    <a:pt x="269" y="15"/>
                    <a:pt x="227" y="0"/>
                    <a:pt x="1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254;p19">
            <a:extLst>
              <a:ext uri="{FF2B5EF4-FFF2-40B4-BE49-F238E27FC236}">
                <a16:creationId xmlns:a16="http://schemas.microsoft.com/office/drawing/2014/main" id="{8FB716E4-C09C-FE1A-DC2F-4326AB680D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 dirty="0">
                <a:latin typeface="Amasis MT Pro Medium" panose="02040604050005020304" pitchFamily="18" charset="0"/>
              </a:rPr>
              <a:t>About our project</a:t>
            </a:r>
            <a:endParaRPr b="1" u="sng" dirty="0">
              <a:latin typeface="Amasis MT Pro Medium" panose="020406040500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20"/>
          <p:cNvGrpSpPr/>
          <p:nvPr/>
        </p:nvGrpSpPr>
        <p:grpSpPr>
          <a:xfrm>
            <a:off x="710297" y="1304713"/>
            <a:ext cx="1930800" cy="2712800"/>
            <a:chOff x="710297" y="1304713"/>
            <a:chExt cx="1930800" cy="2712800"/>
          </a:xfrm>
        </p:grpSpPr>
        <p:sp>
          <p:nvSpPr>
            <p:cNvPr id="301" name="Google Shape;301;p20"/>
            <p:cNvSpPr txBox="1"/>
            <p:nvPr/>
          </p:nvSpPr>
          <p:spPr>
            <a:xfrm>
              <a:off x="840865" y="3284013"/>
              <a:ext cx="16698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583974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Team assembling</a:t>
              </a:r>
              <a:endParaRPr sz="1700" dirty="0">
                <a:solidFill>
                  <a:srgbClr val="583974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02" name="Google Shape;302;p20"/>
            <p:cNvSpPr/>
            <p:nvPr/>
          </p:nvSpPr>
          <p:spPr>
            <a:xfrm rot="-5400000">
              <a:off x="1486997" y="1971563"/>
              <a:ext cx="377400" cy="19308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5839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4" name="Google Shape;304;p20"/>
            <p:cNvSpPr txBox="1"/>
            <p:nvPr/>
          </p:nvSpPr>
          <p:spPr>
            <a:xfrm>
              <a:off x="872365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FFFFFF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First step</a:t>
              </a:r>
              <a:endParaRPr sz="1700" dirty="0">
                <a:solidFill>
                  <a:srgbClr val="FFFFFF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05" name="Google Shape;305;p20"/>
            <p:cNvSpPr/>
            <p:nvPr/>
          </p:nvSpPr>
          <p:spPr>
            <a:xfrm>
              <a:off x="1195400" y="1304713"/>
              <a:ext cx="960600" cy="9606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1274300" y="1383613"/>
              <a:ext cx="802800" cy="802800"/>
            </a:xfrm>
            <a:prstGeom prst="ellipse">
              <a:avLst/>
            </a:prstGeom>
            <a:solidFill>
              <a:srgbClr val="5839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307" name="Google Shape;307;p20"/>
            <p:cNvCxnSpPr>
              <a:endCxn id="304" idx="0"/>
            </p:cNvCxnSpPr>
            <p:nvPr/>
          </p:nvCxnSpPr>
          <p:spPr>
            <a:xfrm>
              <a:off x="1675765" y="2265263"/>
              <a:ext cx="0" cy="48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08" name="Google Shape;308;p20"/>
          <p:cNvGrpSpPr/>
          <p:nvPr/>
        </p:nvGrpSpPr>
        <p:grpSpPr>
          <a:xfrm>
            <a:off x="4505741" y="1304713"/>
            <a:ext cx="2063618" cy="3061401"/>
            <a:chOff x="4505741" y="1304713"/>
            <a:chExt cx="2063618" cy="3061401"/>
          </a:xfrm>
        </p:grpSpPr>
        <p:sp>
          <p:nvSpPr>
            <p:cNvPr id="309" name="Google Shape;309;p20"/>
            <p:cNvSpPr txBox="1"/>
            <p:nvPr/>
          </p:nvSpPr>
          <p:spPr>
            <a:xfrm>
              <a:off x="4734234" y="3492984"/>
              <a:ext cx="1660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4DA3C6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Finalization</a:t>
              </a:r>
              <a:endParaRPr sz="1700" dirty="0">
                <a:solidFill>
                  <a:srgbClr val="4DA3C6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0" name="Google Shape;310;p20"/>
            <p:cNvSpPr/>
            <p:nvPr/>
          </p:nvSpPr>
          <p:spPr>
            <a:xfrm rot="-5400000">
              <a:off x="5348867" y="1971563"/>
              <a:ext cx="377400" cy="19308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4DA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0"/>
            <p:cNvSpPr txBox="1"/>
            <p:nvPr/>
          </p:nvSpPr>
          <p:spPr>
            <a:xfrm>
              <a:off x="4505741" y="3666489"/>
              <a:ext cx="2063618" cy="6996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2" name="Google Shape;312;p20"/>
            <p:cNvSpPr txBox="1"/>
            <p:nvPr/>
          </p:nvSpPr>
          <p:spPr>
            <a:xfrm>
              <a:off x="4734234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FFFFFF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Third step</a:t>
              </a:r>
              <a:endParaRPr sz="1700" dirty="0">
                <a:solidFill>
                  <a:srgbClr val="FFFFFF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3" name="Google Shape;313;p20"/>
            <p:cNvSpPr/>
            <p:nvPr/>
          </p:nvSpPr>
          <p:spPr>
            <a:xfrm>
              <a:off x="5057250" y="1304713"/>
              <a:ext cx="960600" cy="9606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5136150" y="1383613"/>
              <a:ext cx="802800" cy="802800"/>
            </a:xfrm>
            <a:prstGeom prst="ellipse">
              <a:avLst/>
            </a:prstGeom>
            <a:solidFill>
              <a:srgbClr val="4DA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315" name="Google Shape;315;p20"/>
            <p:cNvCxnSpPr>
              <a:stCxn id="313" idx="4"/>
              <a:endCxn id="312" idx="0"/>
            </p:cNvCxnSpPr>
            <p:nvPr/>
          </p:nvCxnSpPr>
          <p:spPr>
            <a:xfrm>
              <a:off x="5537550" y="2265313"/>
              <a:ext cx="0" cy="48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16" name="Google Shape;316;p20"/>
          <p:cNvGrpSpPr/>
          <p:nvPr/>
        </p:nvGrpSpPr>
        <p:grpSpPr>
          <a:xfrm>
            <a:off x="6503102" y="1304713"/>
            <a:ext cx="1930800" cy="2565671"/>
            <a:chOff x="6503102" y="1304713"/>
            <a:chExt cx="1930800" cy="2565671"/>
          </a:xfrm>
        </p:grpSpPr>
        <p:sp>
          <p:nvSpPr>
            <p:cNvPr id="317" name="Google Shape;317;p20"/>
            <p:cNvSpPr txBox="1"/>
            <p:nvPr/>
          </p:nvSpPr>
          <p:spPr>
            <a:xfrm>
              <a:off x="6690215" y="3492984"/>
              <a:ext cx="1660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59BBB7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Presenting</a:t>
              </a:r>
              <a:endParaRPr sz="1700" dirty="0">
                <a:solidFill>
                  <a:srgbClr val="59BBB7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8" name="Google Shape;318;p20"/>
            <p:cNvSpPr/>
            <p:nvPr/>
          </p:nvSpPr>
          <p:spPr>
            <a:xfrm rot="-5400000">
              <a:off x="7279802" y="1971562"/>
              <a:ext cx="377400" cy="1930800"/>
            </a:xfrm>
            <a:prstGeom prst="round2SameRect">
              <a:avLst>
                <a:gd name="adj1" fmla="val 0"/>
                <a:gd name="adj2" fmla="val 50000"/>
              </a:avLst>
            </a:prstGeom>
            <a:solidFill>
              <a:srgbClr val="59BB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" name="Google Shape;320;p20"/>
            <p:cNvSpPr txBox="1"/>
            <p:nvPr/>
          </p:nvSpPr>
          <p:spPr>
            <a:xfrm>
              <a:off x="6665102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FFFFFF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Fourth step</a:t>
              </a:r>
              <a:endParaRPr sz="1700" dirty="0">
                <a:solidFill>
                  <a:srgbClr val="FFFFFF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1" name="Google Shape;321;p20"/>
            <p:cNvSpPr/>
            <p:nvPr/>
          </p:nvSpPr>
          <p:spPr>
            <a:xfrm>
              <a:off x="6988175" y="1304713"/>
              <a:ext cx="960600" cy="9606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322" name="Google Shape;322;p20"/>
            <p:cNvCxnSpPr>
              <a:stCxn id="321" idx="4"/>
              <a:endCxn id="320" idx="0"/>
            </p:cNvCxnSpPr>
            <p:nvPr/>
          </p:nvCxnSpPr>
          <p:spPr>
            <a:xfrm>
              <a:off x="7468475" y="2265313"/>
              <a:ext cx="0" cy="48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23" name="Google Shape;323;p20"/>
          <p:cNvGrpSpPr/>
          <p:nvPr/>
        </p:nvGrpSpPr>
        <p:grpSpPr>
          <a:xfrm>
            <a:off x="2641232" y="1304713"/>
            <a:ext cx="1930800" cy="2545400"/>
            <a:chOff x="2641232" y="1304713"/>
            <a:chExt cx="1930800" cy="2545400"/>
          </a:xfrm>
        </p:grpSpPr>
        <p:sp>
          <p:nvSpPr>
            <p:cNvPr id="324" name="Google Shape;324;p20"/>
            <p:cNvSpPr txBox="1"/>
            <p:nvPr/>
          </p:nvSpPr>
          <p:spPr>
            <a:xfrm>
              <a:off x="2719585" y="3472713"/>
              <a:ext cx="16653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4E6BB0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Project developing</a:t>
              </a:r>
              <a:endParaRPr sz="1700" dirty="0">
                <a:solidFill>
                  <a:srgbClr val="4E6BB0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5" name="Google Shape;325;p20"/>
            <p:cNvSpPr/>
            <p:nvPr/>
          </p:nvSpPr>
          <p:spPr>
            <a:xfrm rot="-5400000">
              <a:off x="3417932" y="1971563"/>
              <a:ext cx="377400" cy="19308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4E6B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" name="Google Shape;327;p20"/>
            <p:cNvSpPr txBox="1"/>
            <p:nvPr/>
          </p:nvSpPr>
          <p:spPr>
            <a:xfrm>
              <a:off x="2803299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FFFFFF"/>
                  </a:solidFill>
                  <a:latin typeface="Amasis MT Pro Medium" panose="02040604050005020304" pitchFamily="18" charset="0"/>
                  <a:ea typeface="Fira Sans Extra Condensed Medium"/>
                  <a:cs typeface="Fira Sans Extra Condensed Medium"/>
                  <a:sym typeface="Fira Sans Extra Condensed Medium"/>
                </a:rPr>
                <a:t>Second step</a:t>
              </a:r>
              <a:endParaRPr sz="1700" dirty="0">
                <a:solidFill>
                  <a:srgbClr val="FFFFFF"/>
                </a:solidFill>
                <a:latin typeface="Amasis MT Pro Medium" panose="02040604050005020304" pitchFamily="18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8" name="Google Shape;328;p20"/>
            <p:cNvSpPr/>
            <p:nvPr/>
          </p:nvSpPr>
          <p:spPr>
            <a:xfrm>
              <a:off x="3126325" y="1304713"/>
              <a:ext cx="960600" cy="9606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0"/>
            <p:cNvSpPr/>
            <p:nvPr/>
          </p:nvSpPr>
          <p:spPr>
            <a:xfrm>
              <a:off x="3205225" y="1383613"/>
              <a:ext cx="802800" cy="802800"/>
            </a:xfrm>
            <a:prstGeom prst="ellipse">
              <a:avLst/>
            </a:prstGeom>
            <a:solidFill>
              <a:srgbClr val="4E6B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330" name="Google Shape;330;p20"/>
            <p:cNvCxnSpPr>
              <a:stCxn id="328" idx="4"/>
              <a:endCxn id="327" idx="0"/>
            </p:cNvCxnSpPr>
            <p:nvPr/>
          </p:nvCxnSpPr>
          <p:spPr>
            <a:xfrm>
              <a:off x="3606625" y="2265313"/>
              <a:ext cx="0" cy="48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1" name="Google Shape;331;p20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b="1" u="sng" dirty="0">
                <a:latin typeface="Amasis MT Pro Medium" panose="02040604050005020304" pitchFamily="18" charset="0"/>
              </a:rPr>
              <a:t>Our progress</a:t>
            </a:r>
            <a:endParaRPr b="1" u="sng" dirty="0">
              <a:latin typeface="Amasis MT Pro Medium" panose="02040604050005020304" pitchFamily="18" charset="0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7067075" y="1383613"/>
            <a:ext cx="802800" cy="802800"/>
          </a:xfrm>
          <a:prstGeom prst="ellipse">
            <a:avLst/>
          </a:prstGeom>
          <a:solidFill>
            <a:srgbClr val="59BB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132;p16">
            <a:extLst>
              <a:ext uri="{FF2B5EF4-FFF2-40B4-BE49-F238E27FC236}">
                <a16:creationId xmlns:a16="http://schemas.microsoft.com/office/drawing/2014/main" id="{CB7AD07C-C8A9-B52C-B58D-4A97C4E9B518}"/>
              </a:ext>
            </a:extLst>
          </p:cNvPr>
          <p:cNvSpPr/>
          <p:nvPr/>
        </p:nvSpPr>
        <p:spPr>
          <a:xfrm>
            <a:off x="3379988" y="1546235"/>
            <a:ext cx="518689" cy="516495"/>
          </a:xfrm>
          <a:custGeom>
            <a:avLst/>
            <a:gdLst/>
            <a:ahLst/>
            <a:cxnLst/>
            <a:rect l="l" t="t" r="r" b="b"/>
            <a:pathLst>
              <a:path w="11348" h="11300" extrusionOk="0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144;p16">
            <a:extLst>
              <a:ext uri="{FF2B5EF4-FFF2-40B4-BE49-F238E27FC236}">
                <a16:creationId xmlns:a16="http://schemas.microsoft.com/office/drawing/2014/main" id="{F0308F80-16A4-0542-A1CD-7415339940E7}"/>
              </a:ext>
            </a:extLst>
          </p:cNvPr>
          <p:cNvGrpSpPr/>
          <p:nvPr/>
        </p:nvGrpSpPr>
        <p:grpSpPr>
          <a:xfrm>
            <a:off x="1426505" y="1557142"/>
            <a:ext cx="546951" cy="505588"/>
            <a:chOff x="7384751" y="4147984"/>
            <a:chExt cx="380012" cy="351274"/>
          </a:xfrm>
        </p:grpSpPr>
        <p:sp>
          <p:nvSpPr>
            <p:cNvPr id="4" name="Google Shape;145;p16">
              <a:extLst>
                <a:ext uri="{FF2B5EF4-FFF2-40B4-BE49-F238E27FC236}">
                  <a16:creationId xmlns:a16="http://schemas.microsoft.com/office/drawing/2014/main" id="{A3AC687C-0AD6-1C4A-242F-7DCF996D335B}"/>
                </a:ext>
              </a:extLst>
            </p:cNvPr>
            <p:cNvSpPr/>
            <p:nvPr/>
          </p:nvSpPr>
          <p:spPr>
            <a:xfrm>
              <a:off x="7385513" y="4225879"/>
              <a:ext cx="379250" cy="273379"/>
            </a:xfrm>
            <a:custGeom>
              <a:avLst/>
              <a:gdLst/>
              <a:ahLst/>
              <a:cxnLst/>
              <a:rect l="l" t="t" r="r" b="b"/>
              <a:pathLst>
                <a:path w="11943" h="8609" extrusionOk="0">
                  <a:moveTo>
                    <a:pt x="11740" y="0"/>
                  </a:moveTo>
                  <a:cubicBezTo>
                    <a:pt x="11645" y="0"/>
                    <a:pt x="11562" y="72"/>
                    <a:pt x="11562" y="179"/>
                  </a:cubicBezTo>
                  <a:lnTo>
                    <a:pt x="11562" y="2667"/>
                  </a:lnTo>
                  <a:cubicBezTo>
                    <a:pt x="11562" y="3393"/>
                    <a:pt x="10966" y="3989"/>
                    <a:pt x="10240" y="3989"/>
                  </a:cubicBezTo>
                  <a:lnTo>
                    <a:pt x="9085" y="3989"/>
                  </a:lnTo>
                  <a:cubicBezTo>
                    <a:pt x="8954" y="3989"/>
                    <a:pt x="8823" y="4084"/>
                    <a:pt x="8776" y="4203"/>
                  </a:cubicBezTo>
                  <a:cubicBezTo>
                    <a:pt x="8573" y="4703"/>
                    <a:pt x="8549" y="5167"/>
                    <a:pt x="8752" y="5537"/>
                  </a:cubicBezTo>
                  <a:cubicBezTo>
                    <a:pt x="8823" y="5703"/>
                    <a:pt x="8942" y="5834"/>
                    <a:pt x="9049" y="5941"/>
                  </a:cubicBezTo>
                  <a:cubicBezTo>
                    <a:pt x="8752" y="5929"/>
                    <a:pt x="8514" y="5822"/>
                    <a:pt x="8359" y="5656"/>
                  </a:cubicBezTo>
                  <a:cubicBezTo>
                    <a:pt x="8240" y="5537"/>
                    <a:pt x="7978" y="5167"/>
                    <a:pt x="8073" y="4358"/>
                  </a:cubicBezTo>
                  <a:cubicBezTo>
                    <a:pt x="8109" y="4155"/>
                    <a:pt x="7942" y="3977"/>
                    <a:pt x="7740" y="3977"/>
                  </a:cubicBezTo>
                  <a:lnTo>
                    <a:pt x="5954" y="3977"/>
                  </a:lnTo>
                  <a:cubicBezTo>
                    <a:pt x="5859" y="3977"/>
                    <a:pt x="5775" y="4048"/>
                    <a:pt x="5775" y="4155"/>
                  </a:cubicBezTo>
                  <a:cubicBezTo>
                    <a:pt x="5775" y="4263"/>
                    <a:pt x="5847" y="4334"/>
                    <a:pt x="5954" y="4334"/>
                  </a:cubicBezTo>
                  <a:lnTo>
                    <a:pt x="6847" y="4334"/>
                  </a:lnTo>
                  <a:lnTo>
                    <a:pt x="6847" y="5691"/>
                  </a:lnTo>
                  <a:cubicBezTo>
                    <a:pt x="6847" y="6430"/>
                    <a:pt x="6228" y="7037"/>
                    <a:pt x="5490" y="7037"/>
                  </a:cubicBezTo>
                  <a:lnTo>
                    <a:pt x="4704" y="7037"/>
                  </a:lnTo>
                  <a:cubicBezTo>
                    <a:pt x="4561" y="7037"/>
                    <a:pt x="4466" y="7144"/>
                    <a:pt x="4466" y="7275"/>
                  </a:cubicBezTo>
                  <a:cubicBezTo>
                    <a:pt x="4442" y="7834"/>
                    <a:pt x="4239" y="8215"/>
                    <a:pt x="3668" y="8251"/>
                  </a:cubicBezTo>
                  <a:cubicBezTo>
                    <a:pt x="3930" y="7977"/>
                    <a:pt x="3954" y="7573"/>
                    <a:pt x="3882" y="7239"/>
                  </a:cubicBezTo>
                  <a:cubicBezTo>
                    <a:pt x="3846" y="7120"/>
                    <a:pt x="3763" y="7037"/>
                    <a:pt x="3644" y="7037"/>
                  </a:cubicBezTo>
                  <a:lnTo>
                    <a:pt x="1703" y="7037"/>
                  </a:lnTo>
                  <a:cubicBezTo>
                    <a:pt x="965" y="7037"/>
                    <a:pt x="358" y="6430"/>
                    <a:pt x="358" y="5691"/>
                  </a:cubicBezTo>
                  <a:lnTo>
                    <a:pt x="358" y="5310"/>
                  </a:lnTo>
                  <a:cubicBezTo>
                    <a:pt x="358" y="5227"/>
                    <a:pt x="275" y="5132"/>
                    <a:pt x="179" y="5132"/>
                  </a:cubicBezTo>
                  <a:cubicBezTo>
                    <a:pt x="84" y="5132"/>
                    <a:pt x="1" y="5215"/>
                    <a:pt x="1" y="5310"/>
                  </a:cubicBezTo>
                  <a:lnTo>
                    <a:pt x="1" y="5691"/>
                  </a:lnTo>
                  <a:cubicBezTo>
                    <a:pt x="1" y="6620"/>
                    <a:pt x="751" y="7394"/>
                    <a:pt x="1703" y="7394"/>
                  </a:cubicBezTo>
                  <a:lnTo>
                    <a:pt x="3573" y="7394"/>
                  </a:lnTo>
                  <a:cubicBezTo>
                    <a:pt x="3596" y="7620"/>
                    <a:pt x="3596" y="8025"/>
                    <a:pt x="3215" y="8144"/>
                  </a:cubicBezTo>
                  <a:cubicBezTo>
                    <a:pt x="2989" y="8215"/>
                    <a:pt x="3001" y="8525"/>
                    <a:pt x="3239" y="8573"/>
                  </a:cubicBezTo>
                  <a:cubicBezTo>
                    <a:pt x="3370" y="8608"/>
                    <a:pt x="3489" y="8608"/>
                    <a:pt x="3596" y="8608"/>
                  </a:cubicBezTo>
                  <a:cubicBezTo>
                    <a:pt x="4299" y="8608"/>
                    <a:pt x="4763" y="8204"/>
                    <a:pt x="4823" y="7394"/>
                  </a:cubicBezTo>
                  <a:lnTo>
                    <a:pt x="5513" y="7394"/>
                  </a:lnTo>
                  <a:cubicBezTo>
                    <a:pt x="6454" y="7394"/>
                    <a:pt x="7228" y="6644"/>
                    <a:pt x="7228" y="5691"/>
                  </a:cubicBezTo>
                  <a:lnTo>
                    <a:pt x="7228" y="4334"/>
                  </a:lnTo>
                  <a:lnTo>
                    <a:pt x="7764" y="4334"/>
                  </a:lnTo>
                  <a:cubicBezTo>
                    <a:pt x="7716" y="4715"/>
                    <a:pt x="7704" y="5429"/>
                    <a:pt x="8157" y="5894"/>
                  </a:cubicBezTo>
                  <a:cubicBezTo>
                    <a:pt x="8407" y="6168"/>
                    <a:pt x="8764" y="6299"/>
                    <a:pt x="9240" y="6299"/>
                  </a:cubicBezTo>
                  <a:cubicBezTo>
                    <a:pt x="9311" y="6299"/>
                    <a:pt x="9383" y="6299"/>
                    <a:pt x="9478" y="6287"/>
                  </a:cubicBezTo>
                  <a:cubicBezTo>
                    <a:pt x="9704" y="6263"/>
                    <a:pt x="9776" y="5965"/>
                    <a:pt x="9561" y="5846"/>
                  </a:cubicBezTo>
                  <a:cubicBezTo>
                    <a:pt x="8847" y="5429"/>
                    <a:pt x="9002" y="4715"/>
                    <a:pt x="9145" y="4334"/>
                  </a:cubicBezTo>
                  <a:lnTo>
                    <a:pt x="10276" y="4334"/>
                  </a:lnTo>
                  <a:cubicBezTo>
                    <a:pt x="11205" y="4334"/>
                    <a:pt x="11943" y="3584"/>
                    <a:pt x="11943" y="2667"/>
                  </a:cubicBezTo>
                  <a:lnTo>
                    <a:pt x="11943" y="179"/>
                  </a:lnTo>
                  <a:cubicBezTo>
                    <a:pt x="11919" y="95"/>
                    <a:pt x="11847" y="0"/>
                    <a:pt x="117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46;p16">
              <a:extLst>
                <a:ext uri="{FF2B5EF4-FFF2-40B4-BE49-F238E27FC236}">
                  <a16:creationId xmlns:a16="http://schemas.microsoft.com/office/drawing/2014/main" id="{BE187F4F-EB11-50B9-8A5F-C0F725D1ADF6}"/>
                </a:ext>
              </a:extLst>
            </p:cNvPr>
            <p:cNvSpPr/>
            <p:nvPr/>
          </p:nvSpPr>
          <p:spPr>
            <a:xfrm>
              <a:off x="7384751" y="4147984"/>
              <a:ext cx="380012" cy="228382"/>
            </a:xfrm>
            <a:custGeom>
              <a:avLst/>
              <a:gdLst/>
              <a:ahLst/>
              <a:cxnLst/>
              <a:rect l="l" t="t" r="r" b="b"/>
              <a:pathLst>
                <a:path w="11967" h="7192" extrusionOk="0">
                  <a:moveTo>
                    <a:pt x="3144" y="0"/>
                  </a:moveTo>
                  <a:cubicBezTo>
                    <a:pt x="2227" y="0"/>
                    <a:pt x="1477" y="739"/>
                    <a:pt x="1477" y="1667"/>
                  </a:cubicBezTo>
                  <a:lnTo>
                    <a:pt x="1477" y="4132"/>
                  </a:lnTo>
                  <a:cubicBezTo>
                    <a:pt x="1108" y="4191"/>
                    <a:pt x="751" y="4358"/>
                    <a:pt x="477" y="4644"/>
                  </a:cubicBezTo>
                  <a:cubicBezTo>
                    <a:pt x="168" y="4965"/>
                    <a:pt x="1" y="5382"/>
                    <a:pt x="1" y="5823"/>
                  </a:cubicBezTo>
                  <a:lnTo>
                    <a:pt x="1" y="7013"/>
                  </a:lnTo>
                  <a:cubicBezTo>
                    <a:pt x="1" y="7097"/>
                    <a:pt x="84" y="7192"/>
                    <a:pt x="180" y="7192"/>
                  </a:cubicBezTo>
                  <a:cubicBezTo>
                    <a:pt x="275" y="7192"/>
                    <a:pt x="358" y="7108"/>
                    <a:pt x="358" y="7013"/>
                  </a:cubicBezTo>
                  <a:lnTo>
                    <a:pt x="358" y="5823"/>
                  </a:lnTo>
                  <a:cubicBezTo>
                    <a:pt x="358" y="5465"/>
                    <a:pt x="501" y="5132"/>
                    <a:pt x="751" y="4882"/>
                  </a:cubicBezTo>
                  <a:cubicBezTo>
                    <a:pt x="953" y="4668"/>
                    <a:pt x="1203" y="4537"/>
                    <a:pt x="1489" y="4477"/>
                  </a:cubicBezTo>
                  <a:lnTo>
                    <a:pt x="1489" y="5084"/>
                  </a:lnTo>
                  <a:cubicBezTo>
                    <a:pt x="1489" y="6013"/>
                    <a:pt x="2239" y="6751"/>
                    <a:pt x="3156" y="6751"/>
                  </a:cubicBezTo>
                  <a:lnTo>
                    <a:pt x="5240" y="6751"/>
                  </a:lnTo>
                  <a:cubicBezTo>
                    <a:pt x="5335" y="6751"/>
                    <a:pt x="5418" y="6680"/>
                    <a:pt x="5418" y="6573"/>
                  </a:cubicBezTo>
                  <a:cubicBezTo>
                    <a:pt x="5418" y="6489"/>
                    <a:pt x="5347" y="6394"/>
                    <a:pt x="5240" y="6394"/>
                  </a:cubicBezTo>
                  <a:lnTo>
                    <a:pt x="3156" y="6394"/>
                  </a:lnTo>
                  <a:cubicBezTo>
                    <a:pt x="2430" y="6394"/>
                    <a:pt x="1834" y="5799"/>
                    <a:pt x="1834" y="5073"/>
                  </a:cubicBezTo>
                  <a:lnTo>
                    <a:pt x="1834" y="1620"/>
                  </a:lnTo>
                  <a:cubicBezTo>
                    <a:pt x="1834" y="893"/>
                    <a:pt x="2430" y="298"/>
                    <a:pt x="3156" y="298"/>
                  </a:cubicBezTo>
                  <a:lnTo>
                    <a:pt x="10288" y="298"/>
                  </a:lnTo>
                  <a:cubicBezTo>
                    <a:pt x="11014" y="298"/>
                    <a:pt x="11610" y="893"/>
                    <a:pt x="11610" y="1620"/>
                  </a:cubicBezTo>
                  <a:lnTo>
                    <a:pt x="11610" y="1846"/>
                  </a:lnTo>
                  <a:cubicBezTo>
                    <a:pt x="11610" y="1929"/>
                    <a:pt x="11693" y="2025"/>
                    <a:pt x="11788" y="2025"/>
                  </a:cubicBezTo>
                  <a:cubicBezTo>
                    <a:pt x="11883" y="2025"/>
                    <a:pt x="11967" y="1953"/>
                    <a:pt x="11967" y="1846"/>
                  </a:cubicBezTo>
                  <a:lnTo>
                    <a:pt x="11967" y="1620"/>
                  </a:lnTo>
                  <a:cubicBezTo>
                    <a:pt x="11943" y="762"/>
                    <a:pt x="11193" y="0"/>
                    <a:pt x="102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147;p16">
              <a:extLst>
                <a:ext uri="{FF2B5EF4-FFF2-40B4-BE49-F238E27FC236}">
                  <a16:creationId xmlns:a16="http://schemas.microsoft.com/office/drawing/2014/main" id="{4A78A62E-4C6E-3F25-1083-8DBFE6994024}"/>
                </a:ext>
              </a:extLst>
            </p:cNvPr>
            <p:cNvSpPr/>
            <p:nvPr/>
          </p:nvSpPr>
          <p:spPr>
            <a:xfrm>
              <a:off x="7507642" y="4228134"/>
              <a:ext cx="37852" cy="37852"/>
            </a:xfrm>
            <a:custGeom>
              <a:avLst/>
              <a:gdLst/>
              <a:ahLst/>
              <a:cxnLst/>
              <a:rect l="l" t="t" r="r" b="b"/>
              <a:pathLst>
                <a:path w="1192" h="1192" extrusionOk="0">
                  <a:moveTo>
                    <a:pt x="596" y="358"/>
                  </a:moveTo>
                  <a:cubicBezTo>
                    <a:pt x="739" y="358"/>
                    <a:pt x="834" y="465"/>
                    <a:pt x="834" y="596"/>
                  </a:cubicBezTo>
                  <a:cubicBezTo>
                    <a:pt x="834" y="739"/>
                    <a:pt x="739" y="834"/>
                    <a:pt x="596" y="834"/>
                  </a:cubicBezTo>
                  <a:cubicBezTo>
                    <a:pt x="465" y="834"/>
                    <a:pt x="358" y="739"/>
                    <a:pt x="358" y="596"/>
                  </a:cubicBezTo>
                  <a:cubicBezTo>
                    <a:pt x="358" y="465"/>
                    <a:pt x="465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6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48;p16">
              <a:extLst>
                <a:ext uri="{FF2B5EF4-FFF2-40B4-BE49-F238E27FC236}">
                  <a16:creationId xmlns:a16="http://schemas.microsoft.com/office/drawing/2014/main" id="{0D9802B6-D168-FAE2-7DEE-D9808993B594}"/>
                </a:ext>
              </a:extLst>
            </p:cNvPr>
            <p:cNvSpPr/>
            <p:nvPr/>
          </p:nvSpPr>
          <p:spPr>
            <a:xfrm>
              <a:off x="7573820" y="4228134"/>
              <a:ext cx="37820" cy="37852"/>
            </a:xfrm>
            <a:custGeom>
              <a:avLst/>
              <a:gdLst/>
              <a:ahLst/>
              <a:cxnLst/>
              <a:rect l="l" t="t" r="r" b="b"/>
              <a:pathLst>
                <a:path w="1191" h="1192" extrusionOk="0">
                  <a:moveTo>
                    <a:pt x="595" y="358"/>
                  </a:moveTo>
                  <a:cubicBezTo>
                    <a:pt x="738" y="358"/>
                    <a:pt x="833" y="465"/>
                    <a:pt x="833" y="596"/>
                  </a:cubicBezTo>
                  <a:cubicBezTo>
                    <a:pt x="833" y="739"/>
                    <a:pt x="738" y="834"/>
                    <a:pt x="595" y="834"/>
                  </a:cubicBezTo>
                  <a:cubicBezTo>
                    <a:pt x="464" y="834"/>
                    <a:pt x="357" y="739"/>
                    <a:pt x="357" y="596"/>
                  </a:cubicBezTo>
                  <a:cubicBezTo>
                    <a:pt x="357" y="465"/>
                    <a:pt x="464" y="358"/>
                    <a:pt x="595" y="358"/>
                  </a:cubicBezTo>
                  <a:close/>
                  <a:moveTo>
                    <a:pt x="595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5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49;p16">
              <a:extLst>
                <a:ext uri="{FF2B5EF4-FFF2-40B4-BE49-F238E27FC236}">
                  <a16:creationId xmlns:a16="http://schemas.microsoft.com/office/drawing/2014/main" id="{17563578-E9AF-9CD9-5C68-50A5FFCD93B4}"/>
                </a:ext>
              </a:extLst>
            </p:cNvPr>
            <p:cNvSpPr/>
            <p:nvPr/>
          </p:nvSpPr>
          <p:spPr>
            <a:xfrm>
              <a:off x="7640728" y="4228134"/>
              <a:ext cx="37852" cy="37852"/>
            </a:xfrm>
            <a:custGeom>
              <a:avLst/>
              <a:gdLst/>
              <a:ahLst/>
              <a:cxnLst/>
              <a:rect l="l" t="t" r="r" b="b"/>
              <a:pathLst>
                <a:path w="1192" h="1192" extrusionOk="0">
                  <a:moveTo>
                    <a:pt x="596" y="358"/>
                  </a:moveTo>
                  <a:cubicBezTo>
                    <a:pt x="727" y="358"/>
                    <a:pt x="834" y="465"/>
                    <a:pt x="834" y="596"/>
                  </a:cubicBezTo>
                  <a:cubicBezTo>
                    <a:pt x="834" y="739"/>
                    <a:pt x="727" y="834"/>
                    <a:pt x="596" y="834"/>
                  </a:cubicBezTo>
                  <a:cubicBezTo>
                    <a:pt x="453" y="834"/>
                    <a:pt x="358" y="739"/>
                    <a:pt x="358" y="596"/>
                  </a:cubicBezTo>
                  <a:cubicBezTo>
                    <a:pt x="334" y="465"/>
                    <a:pt x="453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62" y="1"/>
                    <a:pt x="0" y="274"/>
                    <a:pt x="0" y="596"/>
                  </a:cubicBezTo>
                  <a:cubicBezTo>
                    <a:pt x="0" y="929"/>
                    <a:pt x="262" y="1191"/>
                    <a:pt x="596" y="1191"/>
                  </a:cubicBezTo>
                  <a:cubicBezTo>
                    <a:pt x="917" y="1191"/>
                    <a:pt x="1191" y="929"/>
                    <a:pt x="1191" y="596"/>
                  </a:cubicBezTo>
                  <a:cubicBezTo>
                    <a:pt x="1191" y="274"/>
                    <a:pt x="917" y="1"/>
                    <a:pt x="5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" name="Google Shape;1573;p45">
            <a:extLst>
              <a:ext uri="{FF2B5EF4-FFF2-40B4-BE49-F238E27FC236}">
                <a16:creationId xmlns:a16="http://schemas.microsoft.com/office/drawing/2014/main" id="{A0114E32-CC69-79C7-F6F9-B96672ACE14D}"/>
              </a:ext>
            </a:extLst>
          </p:cNvPr>
          <p:cNvGrpSpPr/>
          <p:nvPr/>
        </p:nvGrpSpPr>
        <p:grpSpPr>
          <a:xfrm>
            <a:off x="7185549" y="1524421"/>
            <a:ext cx="578744" cy="554090"/>
            <a:chOff x="1819576" y="1511679"/>
            <a:chExt cx="352103" cy="352103"/>
          </a:xfrm>
        </p:grpSpPr>
        <p:sp>
          <p:nvSpPr>
            <p:cNvPr id="10" name="Google Shape;1574;p45">
              <a:extLst>
                <a:ext uri="{FF2B5EF4-FFF2-40B4-BE49-F238E27FC236}">
                  <a16:creationId xmlns:a16="http://schemas.microsoft.com/office/drawing/2014/main" id="{6CC652B9-D4F2-E345-543C-A2C2922A05DD}"/>
                </a:ext>
              </a:extLst>
            </p:cNvPr>
            <p:cNvSpPr/>
            <p:nvPr/>
          </p:nvSpPr>
          <p:spPr>
            <a:xfrm>
              <a:off x="1819576" y="1511679"/>
              <a:ext cx="352103" cy="352103"/>
            </a:xfrm>
            <a:custGeom>
              <a:avLst/>
              <a:gdLst/>
              <a:ahLst/>
              <a:cxnLst/>
              <a:rect l="l" t="t" r="r" b="b"/>
              <a:pathLst>
                <a:path w="11062" h="11062" extrusionOk="0">
                  <a:moveTo>
                    <a:pt x="6216" y="310"/>
                  </a:moveTo>
                  <a:cubicBezTo>
                    <a:pt x="6216" y="310"/>
                    <a:pt x="6240" y="310"/>
                    <a:pt x="6240" y="322"/>
                  </a:cubicBezTo>
                  <a:lnTo>
                    <a:pt x="6240" y="786"/>
                  </a:lnTo>
                  <a:cubicBezTo>
                    <a:pt x="6240" y="953"/>
                    <a:pt x="6335" y="1084"/>
                    <a:pt x="6502" y="1108"/>
                  </a:cubicBezTo>
                  <a:cubicBezTo>
                    <a:pt x="7025" y="1227"/>
                    <a:pt x="7514" y="1429"/>
                    <a:pt x="7966" y="1727"/>
                  </a:cubicBezTo>
                  <a:cubicBezTo>
                    <a:pt x="8022" y="1762"/>
                    <a:pt x="8086" y="1780"/>
                    <a:pt x="8150" y="1780"/>
                  </a:cubicBezTo>
                  <a:cubicBezTo>
                    <a:pt x="8236" y="1780"/>
                    <a:pt x="8321" y="1747"/>
                    <a:pt x="8383" y="1679"/>
                  </a:cubicBezTo>
                  <a:lnTo>
                    <a:pt x="8704" y="1346"/>
                  </a:lnTo>
                  <a:lnTo>
                    <a:pt x="8716" y="1346"/>
                  </a:lnTo>
                  <a:lnTo>
                    <a:pt x="9704" y="2334"/>
                  </a:lnTo>
                  <a:lnTo>
                    <a:pt x="9704" y="2346"/>
                  </a:lnTo>
                  <a:lnTo>
                    <a:pt x="9371" y="2679"/>
                  </a:lnTo>
                  <a:cubicBezTo>
                    <a:pt x="9252" y="2798"/>
                    <a:pt x="9240" y="2953"/>
                    <a:pt x="9335" y="3096"/>
                  </a:cubicBezTo>
                  <a:cubicBezTo>
                    <a:pt x="9609" y="3536"/>
                    <a:pt x="9823" y="4025"/>
                    <a:pt x="9943" y="4548"/>
                  </a:cubicBezTo>
                  <a:cubicBezTo>
                    <a:pt x="9966" y="4703"/>
                    <a:pt x="10109" y="4822"/>
                    <a:pt x="10264" y="4822"/>
                  </a:cubicBezTo>
                  <a:lnTo>
                    <a:pt x="10728" y="4822"/>
                  </a:lnTo>
                  <a:cubicBezTo>
                    <a:pt x="10728" y="4822"/>
                    <a:pt x="10752" y="4822"/>
                    <a:pt x="10752" y="4834"/>
                  </a:cubicBezTo>
                  <a:lnTo>
                    <a:pt x="10728" y="6239"/>
                  </a:lnTo>
                  <a:lnTo>
                    <a:pt x="10264" y="6239"/>
                  </a:lnTo>
                  <a:cubicBezTo>
                    <a:pt x="10109" y="6239"/>
                    <a:pt x="9966" y="6334"/>
                    <a:pt x="9943" y="6501"/>
                  </a:cubicBezTo>
                  <a:cubicBezTo>
                    <a:pt x="9823" y="7025"/>
                    <a:pt x="9633" y="7513"/>
                    <a:pt x="9335" y="7966"/>
                  </a:cubicBezTo>
                  <a:cubicBezTo>
                    <a:pt x="9240" y="8097"/>
                    <a:pt x="9252" y="8275"/>
                    <a:pt x="9371" y="8382"/>
                  </a:cubicBezTo>
                  <a:lnTo>
                    <a:pt x="9704" y="8704"/>
                  </a:lnTo>
                  <a:lnTo>
                    <a:pt x="9704" y="8716"/>
                  </a:lnTo>
                  <a:lnTo>
                    <a:pt x="8716" y="9704"/>
                  </a:lnTo>
                  <a:lnTo>
                    <a:pt x="8704" y="9704"/>
                  </a:lnTo>
                  <a:lnTo>
                    <a:pt x="8383" y="9370"/>
                  </a:lnTo>
                  <a:cubicBezTo>
                    <a:pt x="8317" y="9304"/>
                    <a:pt x="8236" y="9271"/>
                    <a:pt x="8155" y="9271"/>
                  </a:cubicBezTo>
                  <a:cubicBezTo>
                    <a:pt x="8090" y="9271"/>
                    <a:pt x="8024" y="9292"/>
                    <a:pt x="7966" y="9335"/>
                  </a:cubicBezTo>
                  <a:cubicBezTo>
                    <a:pt x="7514" y="9609"/>
                    <a:pt x="7025" y="9823"/>
                    <a:pt x="6502" y="9942"/>
                  </a:cubicBezTo>
                  <a:cubicBezTo>
                    <a:pt x="6359" y="9966"/>
                    <a:pt x="6240" y="10109"/>
                    <a:pt x="6240" y="10263"/>
                  </a:cubicBezTo>
                  <a:lnTo>
                    <a:pt x="6240" y="10728"/>
                  </a:lnTo>
                  <a:cubicBezTo>
                    <a:pt x="6240" y="10728"/>
                    <a:pt x="6240" y="10740"/>
                    <a:pt x="6216" y="10740"/>
                  </a:cubicBezTo>
                  <a:lnTo>
                    <a:pt x="4835" y="10740"/>
                  </a:lnTo>
                  <a:cubicBezTo>
                    <a:pt x="4835" y="10740"/>
                    <a:pt x="4823" y="10740"/>
                    <a:pt x="4823" y="10728"/>
                  </a:cubicBezTo>
                  <a:lnTo>
                    <a:pt x="4823" y="10263"/>
                  </a:lnTo>
                  <a:cubicBezTo>
                    <a:pt x="4823" y="10109"/>
                    <a:pt x="4716" y="9966"/>
                    <a:pt x="4549" y="9942"/>
                  </a:cubicBezTo>
                  <a:cubicBezTo>
                    <a:pt x="4037" y="9823"/>
                    <a:pt x="3537" y="9632"/>
                    <a:pt x="3096" y="9335"/>
                  </a:cubicBezTo>
                  <a:cubicBezTo>
                    <a:pt x="3037" y="9299"/>
                    <a:pt x="2977" y="9275"/>
                    <a:pt x="2918" y="9275"/>
                  </a:cubicBezTo>
                  <a:cubicBezTo>
                    <a:pt x="2823" y="9275"/>
                    <a:pt x="2751" y="9299"/>
                    <a:pt x="2680" y="9370"/>
                  </a:cubicBezTo>
                  <a:lnTo>
                    <a:pt x="2346" y="9704"/>
                  </a:lnTo>
                  <a:lnTo>
                    <a:pt x="2334" y="9704"/>
                  </a:lnTo>
                  <a:lnTo>
                    <a:pt x="1358" y="8716"/>
                  </a:lnTo>
                  <a:lnTo>
                    <a:pt x="1358" y="8704"/>
                  </a:lnTo>
                  <a:lnTo>
                    <a:pt x="1680" y="8382"/>
                  </a:lnTo>
                  <a:cubicBezTo>
                    <a:pt x="1799" y="8263"/>
                    <a:pt x="1811" y="8097"/>
                    <a:pt x="1727" y="7966"/>
                  </a:cubicBezTo>
                  <a:cubicBezTo>
                    <a:pt x="1441" y="7513"/>
                    <a:pt x="1239" y="7025"/>
                    <a:pt x="1120" y="6501"/>
                  </a:cubicBezTo>
                  <a:cubicBezTo>
                    <a:pt x="1084" y="6358"/>
                    <a:pt x="953" y="6239"/>
                    <a:pt x="787" y="6239"/>
                  </a:cubicBezTo>
                  <a:lnTo>
                    <a:pt x="322" y="6239"/>
                  </a:lnTo>
                  <a:cubicBezTo>
                    <a:pt x="322" y="6239"/>
                    <a:pt x="310" y="6239"/>
                    <a:pt x="310" y="6215"/>
                  </a:cubicBezTo>
                  <a:lnTo>
                    <a:pt x="310" y="4834"/>
                  </a:lnTo>
                  <a:cubicBezTo>
                    <a:pt x="310" y="4834"/>
                    <a:pt x="310" y="4822"/>
                    <a:pt x="322" y="4822"/>
                  </a:cubicBezTo>
                  <a:lnTo>
                    <a:pt x="787" y="4822"/>
                  </a:lnTo>
                  <a:cubicBezTo>
                    <a:pt x="953" y="4822"/>
                    <a:pt x="1084" y="4715"/>
                    <a:pt x="1120" y="4548"/>
                  </a:cubicBezTo>
                  <a:cubicBezTo>
                    <a:pt x="1239" y="4025"/>
                    <a:pt x="1430" y="3536"/>
                    <a:pt x="1727" y="3096"/>
                  </a:cubicBezTo>
                  <a:cubicBezTo>
                    <a:pt x="1811" y="2953"/>
                    <a:pt x="1799" y="2774"/>
                    <a:pt x="1680" y="2679"/>
                  </a:cubicBezTo>
                  <a:lnTo>
                    <a:pt x="1358" y="2346"/>
                  </a:lnTo>
                  <a:lnTo>
                    <a:pt x="1358" y="2334"/>
                  </a:lnTo>
                  <a:lnTo>
                    <a:pt x="2334" y="1346"/>
                  </a:lnTo>
                  <a:lnTo>
                    <a:pt x="2346" y="1346"/>
                  </a:lnTo>
                  <a:lnTo>
                    <a:pt x="2680" y="1679"/>
                  </a:lnTo>
                  <a:cubicBezTo>
                    <a:pt x="2748" y="1747"/>
                    <a:pt x="2832" y="1780"/>
                    <a:pt x="2916" y="1780"/>
                  </a:cubicBezTo>
                  <a:cubicBezTo>
                    <a:pt x="2978" y="1780"/>
                    <a:pt x="3041" y="1762"/>
                    <a:pt x="3096" y="1727"/>
                  </a:cubicBezTo>
                  <a:cubicBezTo>
                    <a:pt x="3537" y="1441"/>
                    <a:pt x="4037" y="1227"/>
                    <a:pt x="4549" y="1108"/>
                  </a:cubicBezTo>
                  <a:cubicBezTo>
                    <a:pt x="4704" y="1084"/>
                    <a:pt x="4823" y="953"/>
                    <a:pt x="4823" y="786"/>
                  </a:cubicBezTo>
                  <a:lnTo>
                    <a:pt x="4823" y="322"/>
                  </a:lnTo>
                  <a:cubicBezTo>
                    <a:pt x="4823" y="322"/>
                    <a:pt x="4823" y="310"/>
                    <a:pt x="4835" y="310"/>
                  </a:cubicBezTo>
                  <a:close/>
                  <a:moveTo>
                    <a:pt x="4835" y="0"/>
                  </a:moveTo>
                  <a:cubicBezTo>
                    <a:pt x="4656" y="0"/>
                    <a:pt x="4513" y="143"/>
                    <a:pt x="4513" y="322"/>
                  </a:cubicBezTo>
                  <a:lnTo>
                    <a:pt x="4513" y="786"/>
                  </a:lnTo>
                  <a:cubicBezTo>
                    <a:pt x="4513" y="786"/>
                    <a:pt x="4513" y="798"/>
                    <a:pt x="4489" y="798"/>
                  </a:cubicBezTo>
                  <a:cubicBezTo>
                    <a:pt x="3930" y="917"/>
                    <a:pt x="3406" y="1143"/>
                    <a:pt x="2930" y="1453"/>
                  </a:cubicBezTo>
                  <a:lnTo>
                    <a:pt x="2918" y="1453"/>
                  </a:lnTo>
                  <a:lnTo>
                    <a:pt x="2584" y="1131"/>
                  </a:lnTo>
                  <a:cubicBezTo>
                    <a:pt x="2519" y="1066"/>
                    <a:pt x="2436" y="1033"/>
                    <a:pt x="2351" y="1033"/>
                  </a:cubicBezTo>
                  <a:cubicBezTo>
                    <a:pt x="2266" y="1033"/>
                    <a:pt x="2180" y="1066"/>
                    <a:pt x="2108" y="1131"/>
                  </a:cubicBezTo>
                  <a:lnTo>
                    <a:pt x="1132" y="2108"/>
                  </a:lnTo>
                  <a:cubicBezTo>
                    <a:pt x="1001" y="2251"/>
                    <a:pt x="1001" y="2453"/>
                    <a:pt x="1132" y="2584"/>
                  </a:cubicBezTo>
                  <a:lnTo>
                    <a:pt x="1453" y="2917"/>
                  </a:lnTo>
                  <a:lnTo>
                    <a:pt x="1453" y="2929"/>
                  </a:lnTo>
                  <a:cubicBezTo>
                    <a:pt x="1144" y="3405"/>
                    <a:pt x="941" y="3941"/>
                    <a:pt x="799" y="4489"/>
                  </a:cubicBezTo>
                  <a:cubicBezTo>
                    <a:pt x="799" y="4489"/>
                    <a:pt x="799" y="4513"/>
                    <a:pt x="787" y="4513"/>
                  </a:cubicBezTo>
                  <a:lnTo>
                    <a:pt x="322" y="4513"/>
                  </a:lnTo>
                  <a:cubicBezTo>
                    <a:pt x="144" y="4513"/>
                    <a:pt x="1" y="4656"/>
                    <a:pt x="1" y="4834"/>
                  </a:cubicBezTo>
                  <a:lnTo>
                    <a:pt x="1" y="6215"/>
                  </a:lnTo>
                  <a:cubicBezTo>
                    <a:pt x="1" y="6394"/>
                    <a:pt x="144" y="6549"/>
                    <a:pt x="322" y="6549"/>
                  </a:cubicBezTo>
                  <a:lnTo>
                    <a:pt x="787" y="6549"/>
                  </a:lnTo>
                  <a:cubicBezTo>
                    <a:pt x="787" y="6549"/>
                    <a:pt x="799" y="6549"/>
                    <a:pt x="799" y="6561"/>
                  </a:cubicBezTo>
                  <a:cubicBezTo>
                    <a:pt x="918" y="7132"/>
                    <a:pt x="1144" y="7644"/>
                    <a:pt x="1453" y="8120"/>
                  </a:cubicBezTo>
                  <a:lnTo>
                    <a:pt x="1453" y="8144"/>
                  </a:lnTo>
                  <a:lnTo>
                    <a:pt x="1132" y="8466"/>
                  </a:lnTo>
                  <a:cubicBezTo>
                    <a:pt x="1001" y="8597"/>
                    <a:pt x="1001" y="8811"/>
                    <a:pt x="1132" y="8942"/>
                  </a:cubicBezTo>
                  <a:lnTo>
                    <a:pt x="2108" y="9930"/>
                  </a:lnTo>
                  <a:cubicBezTo>
                    <a:pt x="2180" y="9996"/>
                    <a:pt x="2266" y="10028"/>
                    <a:pt x="2351" y="10028"/>
                  </a:cubicBezTo>
                  <a:cubicBezTo>
                    <a:pt x="2436" y="10028"/>
                    <a:pt x="2519" y="9996"/>
                    <a:pt x="2584" y="9930"/>
                  </a:cubicBezTo>
                  <a:lnTo>
                    <a:pt x="2918" y="9597"/>
                  </a:lnTo>
                  <a:lnTo>
                    <a:pt x="2930" y="9597"/>
                  </a:lnTo>
                  <a:cubicBezTo>
                    <a:pt x="3406" y="9906"/>
                    <a:pt x="3942" y="10121"/>
                    <a:pt x="4489" y="10252"/>
                  </a:cubicBezTo>
                  <a:cubicBezTo>
                    <a:pt x="4489" y="10252"/>
                    <a:pt x="4513" y="10252"/>
                    <a:pt x="4513" y="10263"/>
                  </a:cubicBezTo>
                  <a:lnTo>
                    <a:pt x="4513" y="10728"/>
                  </a:lnTo>
                  <a:cubicBezTo>
                    <a:pt x="4513" y="10906"/>
                    <a:pt x="4656" y="11061"/>
                    <a:pt x="4835" y="11061"/>
                  </a:cubicBezTo>
                  <a:lnTo>
                    <a:pt x="6216" y="11061"/>
                  </a:lnTo>
                  <a:cubicBezTo>
                    <a:pt x="6394" y="11061"/>
                    <a:pt x="6549" y="10906"/>
                    <a:pt x="6549" y="10728"/>
                  </a:cubicBezTo>
                  <a:lnTo>
                    <a:pt x="6549" y="10263"/>
                  </a:lnTo>
                  <a:cubicBezTo>
                    <a:pt x="6549" y="10263"/>
                    <a:pt x="6549" y="10252"/>
                    <a:pt x="6561" y="10252"/>
                  </a:cubicBezTo>
                  <a:cubicBezTo>
                    <a:pt x="7133" y="10132"/>
                    <a:pt x="7645" y="9906"/>
                    <a:pt x="8121" y="9597"/>
                  </a:cubicBezTo>
                  <a:lnTo>
                    <a:pt x="8145" y="9597"/>
                  </a:lnTo>
                  <a:lnTo>
                    <a:pt x="8466" y="9930"/>
                  </a:lnTo>
                  <a:cubicBezTo>
                    <a:pt x="8532" y="9996"/>
                    <a:pt x="8618" y="10028"/>
                    <a:pt x="8704" y="10028"/>
                  </a:cubicBezTo>
                  <a:cubicBezTo>
                    <a:pt x="8791" y="10028"/>
                    <a:pt x="8877" y="9996"/>
                    <a:pt x="8942" y="9930"/>
                  </a:cubicBezTo>
                  <a:lnTo>
                    <a:pt x="9931" y="8942"/>
                  </a:lnTo>
                  <a:cubicBezTo>
                    <a:pt x="10062" y="8811"/>
                    <a:pt x="10062" y="8597"/>
                    <a:pt x="9931" y="8466"/>
                  </a:cubicBezTo>
                  <a:lnTo>
                    <a:pt x="9597" y="8144"/>
                  </a:lnTo>
                  <a:lnTo>
                    <a:pt x="9597" y="8120"/>
                  </a:lnTo>
                  <a:cubicBezTo>
                    <a:pt x="9919" y="7644"/>
                    <a:pt x="10121" y="7108"/>
                    <a:pt x="10252" y="6561"/>
                  </a:cubicBezTo>
                  <a:cubicBezTo>
                    <a:pt x="10252" y="6561"/>
                    <a:pt x="10252" y="6549"/>
                    <a:pt x="10264" y="6549"/>
                  </a:cubicBezTo>
                  <a:lnTo>
                    <a:pt x="10728" y="6549"/>
                  </a:lnTo>
                  <a:cubicBezTo>
                    <a:pt x="10907" y="6549"/>
                    <a:pt x="11062" y="6394"/>
                    <a:pt x="11062" y="6215"/>
                  </a:cubicBezTo>
                  <a:lnTo>
                    <a:pt x="11062" y="4834"/>
                  </a:lnTo>
                  <a:cubicBezTo>
                    <a:pt x="11062" y="4656"/>
                    <a:pt x="10907" y="4513"/>
                    <a:pt x="10728" y="4513"/>
                  </a:cubicBezTo>
                  <a:lnTo>
                    <a:pt x="10264" y="4513"/>
                  </a:lnTo>
                  <a:cubicBezTo>
                    <a:pt x="10264" y="4513"/>
                    <a:pt x="10252" y="4513"/>
                    <a:pt x="10252" y="4489"/>
                  </a:cubicBezTo>
                  <a:cubicBezTo>
                    <a:pt x="10133" y="3929"/>
                    <a:pt x="9907" y="3405"/>
                    <a:pt x="9597" y="2929"/>
                  </a:cubicBezTo>
                  <a:lnTo>
                    <a:pt x="9597" y="2917"/>
                  </a:lnTo>
                  <a:lnTo>
                    <a:pt x="9931" y="2584"/>
                  </a:lnTo>
                  <a:cubicBezTo>
                    <a:pt x="10062" y="2453"/>
                    <a:pt x="10062" y="2239"/>
                    <a:pt x="9931" y="2108"/>
                  </a:cubicBezTo>
                  <a:lnTo>
                    <a:pt x="8942" y="1131"/>
                  </a:lnTo>
                  <a:cubicBezTo>
                    <a:pt x="8877" y="1066"/>
                    <a:pt x="8791" y="1033"/>
                    <a:pt x="8704" y="1033"/>
                  </a:cubicBezTo>
                  <a:cubicBezTo>
                    <a:pt x="8618" y="1033"/>
                    <a:pt x="8532" y="1066"/>
                    <a:pt x="8466" y="1131"/>
                  </a:cubicBezTo>
                  <a:lnTo>
                    <a:pt x="8145" y="1453"/>
                  </a:lnTo>
                  <a:lnTo>
                    <a:pt x="8121" y="1453"/>
                  </a:lnTo>
                  <a:cubicBezTo>
                    <a:pt x="7645" y="1143"/>
                    <a:pt x="7109" y="941"/>
                    <a:pt x="6561" y="798"/>
                  </a:cubicBezTo>
                  <a:cubicBezTo>
                    <a:pt x="6561" y="798"/>
                    <a:pt x="6549" y="798"/>
                    <a:pt x="6549" y="786"/>
                  </a:cubicBezTo>
                  <a:lnTo>
                    <a:pt x="6549" y="322"/>
                  </a:lnTo>
                  <a:cubicBezTo>
                    <a:pt x="6549" y="143"/>
                    <a:pt x="6394" y="0"/>
                    <a:pt x="62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575;p45">
              <a:extLst>
                <a:ext uri="{FF2B5EF4-FFF2-40B4-BE49-F238E27FC236}">
                  <a16:creationId xmlns:a16="http://schemas.microsoft.com/office/drawing/2014/main" id="{7D59B4F6-EFD5-EF81-6FBE-3A00A4862C7D}"/>
                </a:ext>
              </a:extLst>
            </p:cNvPr>
            <p:cNvSpPr/>
            <p:nvPr/>
          </p:nvSpPr>
          <p:spPr>
            <a:xfrm>
              <a:off x="1885146" y="1578204"/>
              <a:ext cx="182322" cy="180603"/>
            </a:xfrm>
            <a:custGeom>
              <a:avLst/>
              <a:gdLst/>
              <a:ahLst/>
              <a:cxnLst/>
              <a:rect l="l" t="t" r="r" b="b"/>
              <a:pathLst>
                <a:path w="5728" h="5674" extrusionOk="0">
                  <a:moveTo>
                    <a:pt x="3502" y="0"/>
                  </a:moveTo>
                  <a:cubicBezTo>
                    <a:pt x="3438" y="0"/>
                    <a:pt x="3374" y="2"/>
                    <a:pt x="3311" y="6"/>
                  </a:cubicBezTo>
                  <a:cubicBezTo>
                    <a:pt x="2453" y="53"/>
                    <a:pt x="1644" y="411"/>
                    <a:pt x="1048" y="1018"/>
                  </a:cubicBezTo>
                  <a:cubicBezTo>
                    <a:pt x="441" y="1625"/>
                    <a:pt x="84" y="2435"/>
                    <a:pt x="36" y="3280"/>
                  </a:cubicBezTo>
                  <a:cubicBezTo>
                    <a:pt x="1" y="4125"/>
                    <a:pt x="263" y="4959"/>
                    <a:pt x="798" y="5614"/>
                  </a:cubicBezTo>
                  <a:cubicBezTo>
                    <a:pt x="834" y="5661"/>
                    <a:pt x="870" y="5673"/>
                    <a:pt x="917" y="5673"/>
                  </a:cubicBezTo>
                  <a:cubicBezTo>
                    <a:pt x="953" y="5673"/>
                    <a:pt x="989" y="5661"/>
                    <a:pt x="1025" y="5649"/>
                  </a:cubicBezTo>
                  <a:cubicBezTo>
                    <a:pt x="1096" y="5590"/>
                    <a:pt x="1096" y="5483"/>
                    <a:pt x="1048" y="5423"/>
                  </a:cubicBezTo>
                  <a:cubicBezTo>
                    <a:pt x="572" y="4828"/>
                    <a:pt x="322" y="4066"/>
                    <a:pt x="370" y="3304"/>
                  </a:cubicBezTo>
                  <a:cubicBezTo>
                    <a:pt x="417" y="2530"/>
                    <a:pt x="727" y="1804"/>
                    <a:pt x="1275" y="1256"/>
                  </a:cubicBezTo>
                  <a:cubicBezTo>
                    <a:pt x="1822" y="708"/>
                    <a:pt x="2560" y="375"/>
                    <a:pt x="3334" y="351"/>
                  </a:cubicBezTo>
                  <a:cubicBezTo>
                    <a:pt x="3397" y="347"/>
                    <a:pt x="3459" y="345"/>
                    <a:pt x="3521" y="345"/>
                  </a:cubicBezTo>
                  <a:cubicBezTo>
                    <a:pt x="4227" y="345"/>
                    <a:pt x="4895" y="592"/>
                    <a:pt x="5442" y="1030"/>
                  </a:cubicBezTo>
                  <a:cubicBezTo>
                    <a:pt x="5473" y="1055"/>
                    <a:pt x="5510" y="1068"/>
                    <a:pt x="5547" y="1068"/>
                  </a:cubicBezTo>
                  <a:cubicBezTo>
                    <a:pt x="5595" y="1068"/>
                    <a:pt x="5641" y="1046"/>
                    <a:pt x="5668" y="1006"/>
                  </a:cubicBezTo>
                  <a:cubicBezTo>
                    <a:pt x="5727" y="911"/>
                    <a:pt x="5716" y="815"/>
                    <a:pt x="5656" y="768"/>
                  </a:cubicBezTo>
                  <a:cubicBezTo>
                    <a:pt x="5050" y="272"/>
                    <a:pt x="4291" y="0"/>
                    <a:pt x="3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576;p45">
              <a:extLst>
                <a:ext uri="{FF2B5EF4-FFF2-40B4-BE49-F238E27FC236}">
                  <a16:creationId xmlns:a16="http://schemas.microsoft.com/office/drawing/2014/main" id="{496DE889-98FA-BD1E-AF22-E0F666E6A466}"/>
                </a:ext>
              </a:extLst>
            </p:cNvPr>
            <p:cNvSpPr/>
            <p:nvPr/>
          </p:nvSpPr>
          <p:spPr>
            <a:xfrm>
              <a:off x="1923820" y="1610193"/>
              <a:ext cx="183054" cy="186874"/>
            </a:xfrm>
            <a:custGeom>
              <a:avLst/>
              <a:gdLst/>
              <a:ahLst/>
              <a:cxnLst/>
              <a:rect l="l" t="t" r="r" b="b"/>
              <a:pathLst>
                <a:path w="5751" h="5871" extrusionOk="0">
                  <a:moveTo>
                    <a:pt x="3310" y="358"/>
                  </a:moveTo>
                  <a:lnTo>
                    <a:pt x="3310" y="1025"/>
                  </a:lnTo>
                  <a:cubicBezTo>
                    <a:pt x="3310" y="1132"/>
                    <a:pt x="3274" y="1251"/>
                    <a:pt x="3227" y="1334"/>
                  </a:cubicBezTo>
                  <a:lnTo>
                    <a:pt x="3155" y="1501"/>
                  </a:lnTo>
                  <a:cubicBezTo>
                    <a:pt x="3143" y="1525"/>
                    <a:pt x="3143" y="1549"/>
                    <a:pt x="3143" y="1573"/>
                  </a:cubicBezTo>
                  <a:lnTo>
                    <a:pt x="3143" y="1918"/>
                  </a:lnTo>
                  <a:cubicBezTo>
                    <a:pt x="3143" y="2156"/>
                    <a:pt x="3048" y="2382"/>
                    <a:pt x="2869" y="2549"/>
                  </a:cubicBezTo>
                  <a:cubicBezTo>
                    <a:pt x="2691" y="2704"/>
                    <a:pt x="2477" y="2799"/>
                    <a:pt x="2226" y="2799"/>
                  </a:cubicBezTo>
                  <a:cubicBezTo>
                    <a:pt x="1774" y="2787"/>
                    <a:pt x="1381" y="2370"/>
                    <a:pt x="1381" y="1870"/>
                  </a:cubicBezTo>
                  <a:lnTo>
                    <a:pt x="1381" y="1573"/>
                  </a:lnTo>
                  <a:cubicBezTo>
                    <a:pt x="1381" y="1549"/>
                    <a:pt x="1381" y="1525"/>
                    <a:pt x="1369" y="1501"/>
                  </a:cubicBezTo>
                  <a:lnTo>
                    <a:pt x="1262" y="1311"/>
                  </a:lnTo>
                  <a:cubicBezTo>
                    <a:pt x="1238" y="1227"/>
                    <a:pt x="1203" y="1156"/>
                    <a:pt x="1203" y="1072"/>
                  </a:cubicBezTo>
                  <a:lnTo>
                    <a:pt x="1203" y="1049"/>
                  </a:lnTo>
                  <a:cubicBezTo>
                    <a:pt x="1203" y="668"/>
                    <a:pt x="1524" y="358"/>
                    <a:pt x="1905" y="358"/>
                  </a:cubicBezTo>
                  <a:close/>
                  <a:moveTo>
                    <a:pt x="1905" y="3049"/>
                  </a:moveTo>
                  <a:cubicBezTo>
                    <a:pt x="2012" y="3085"/>
                    <a:pt x="2119" y="3108"/>
                    <a:pt x="2238" y="3108"/>
                  </a:cubicBezTo>
                  <a:lnTo>
                    <a:pt x="2274" y="3108"/>
                  </a:lnTo>
                  <a:cubicBezTo>
                    <a:pt x="2393" y="3108"/>
                    <a:pt x="2512" y="3097"/>
                    <a:pt x="2631" y="3049"/>
                  </a:cubicBezTo>
                  <a:lnTo>
                    <a:pt x="2631" y="3049"/>
                  </a:lnTo>
                  <a:cubicBezTo>
                    <a:pt x="2619" y="3108"/>
                    <a:pt x="2631" y="3156"/>
                    <a:pt x="2655" y="3204"/>
                  </a:cubicBezTo>
                  <a:lnTo>
                    <a:pt x="2512" y="3335"/>
                  </a:lnTo>
                  <a:cubicBezTo>
                    <a:pt x="2441" y="3406"/>
                    <a:pt x="2357" y="3442"/>
                    <a:pt x="2262" y="3442"/>
                  </a:cubicBezTo>
                  <a:cubicBezTo>
                    <a:pt x="2179" y="3442"/>
                    <a:pt x="2084" y="3406"/>
                    <a:pt x="2012" y="3335"/>
                  </a:cubicBezTo>
                  <a:lnTo>
                    <a:pt x="1881" y="3204"/>
                  </a:lnTo>
                  <a:cubicBezTo>
                    <a:pt x="1893" y="3156"/>
                    <a:pt x="1905" y="3108"/>
                    <a:pt x="1905" y="3049"/>
                  </a:cubicBezTo>
                  <a:close/>
                  <a:moveTo>
                    <a:pt x="2810" y="3466"/>
                  </a:moveTo>
                  <a:cubicBezTo>
                    <a:pt x="2858" y="3501"/>
                    <a:pt x="2905" y="3513"/>
                    <a:pt x="2941" y="3525"/>
                  </a:cubicBezTo>
                  <a:lnTo>
                    <a:pt x="3524" y="3692"/>
                  </a:lnTo>
                  <a:cubicBezTo>
                    <a:pt x="3679" y="3739"/>
                    <a:pt x="3774" y="3870"/>
                    <a:pt x="3774" y="4037"/>
                  </a:cubicBezTo>
                  <a:lnTo>
                    <a:pt x="3774" y="5132"/>
                  </a:lnTo>
                  <a:lnTo>
                    <a:pt x="3822" y="5132"/>
                  </a:lnTo>
                  <a:cubicBezTo>
                    <a:pt x="3703" y="5204"/>
                    <a:pt x="3584" y="5263"/>
                    <a:pt x="3453" y="5311"/>
                  </a:cubicBezTo>
                  <a:lnTo>
                    <a:pt x="3453" y="4335"/>
                  </a:lnTo>
                  <a:cubicBezTo>
                    <a:pt x="3453" y="4240"/>
                    <a:pt x="3381" y="4168"/>
                    <a:pt x="3286" y="4168"/>
                  </a:cubicBezTo>
                  <a:cubicBezTo>
                    <a:pt x="3203" y="4168"/>
                    <a:pt x="3119" y="4240"/>
                    <a:pt x="3119" y="4335"/>
                  </a:cubicBezTo>
                  <a:lnTo>
                    <a:pt x="3119" y="5430"/>
                  </a:lnTo>
                  <a:cubicBezTo>
                    <a:pt x="2881" y="5502"/>
                    <a:pt x="2655" y="5537"/>
                    <a:pt x="2405" y="5549"/>
                  </a:cubicBezTo>
                  <a:lnTo>
                    <a:pt x="2262" y="5549"/>
                  </a:lnTo>
                  <a:cubicBezTo>
                    <a:pt x="1965" y="5549"/>
                    <a:pt x="1667" y="5502"/>
                    <a:pt x="1381" y="5430"/>
                  </a:cubicBezTo>
                  <a:lnTo>
                    <a:pt x="1381" y="4335"/>
                  </a:lnTo>
                  <a:cubicBezTo>
                    <a:pt x="1381" y="4240"/>
                    <a:pt x="1310" y="4168"/>
                    <a:pt x="1214" y="4168"/>
                  </a:cubicBezTo>
                  <a:cubicBezTo>
                    <a:pt x="1131" y="4168"/>
                    <a:pt x="1060" y="4240"/>
                    <a:pt x="1060" y="4335"/>
                  </a:cubicBezTo>
                  <a:lnTo>
                    <a:pt x="1060" y="5311"/>
                  </a:lnTo>
                  <a:cubicBezTo>
                    <a:pt x="941" y="5252"/>
                    <a:pt x="798" y="5192"/>
                    <a:pt x="679" y="5132"/>
                  </a:cubicBezTo>
                  <a:lnTo>
                    <a:pt x="679" y="4037"/>
                  </a:lnTo>
                  <a:cubicBezTo>
                    <a:pt x="679" y="3870"/>
                    <a:pt x="786" y="3739"/>
                    <a:pt x="941" y="3692"/>
                  </a:cubicBezTo>
                  <a:lnTo>
                    <a:pt x="1512" y="3525"/>
                  </a:lnTo>
                  <a:cubicBezTo>
                    <a:pt x="1560" y="3513"/>
                    <a:pt x="1619" y="3501"/>
                    <a:pt x="1655" y="3466"/>
                  </a:cubicBezTo>
                  <a:lnTo>
                    <a:pt x="1750" y="3573"/>
                  </a:lnTo>
                  <a:cubicBezTo>
                    <a:pt x="1893" y="3704"/>
                    <a:pt x="2072" y="3763"/>
                    <a:pt x="2226" y="3763"/>
                  </a:cubicBezTo>
                  <a:cubicBezTo>
                    <a:pt x="2405" y="3763"/>
                    <a:pt x="2572" y="3704"/>
                    <a:pt x="2703" y="3573"/>
                  </a:cubicBezTo>
                  <a:lnTo>
                    <a:pt x="2810" y="3466"/>
                  </a:lnTo>
                  <a:close/>
                  <a:moveTo>
                    <a:pt x="1893" y="1"/>
                  </a:moveTo>
                  <a:cubicBezTo>
                    <a:pt x="1322" y="1"/>
                    <a:pt x="869" y="465"/>
                    <a:pt x="869" y="1025"/>
                  </a:cubicBezTo>
                  <a:lnTo>
                    <a:pt x="869" y="1037"/>
                  </a:lnTo>
                  <a:cubicBezTo>
                    <a:pt x="869" y="1168"/>
                    <a:pt x="893" y="1311"/>
                    <a:pt x="953" y="1430"/>
                  </a:cubicBezTo>
                  <a:lnTo>
                    <a:pt x="1048" y="1596"/>
                  </a:lnTo>
                  <a:lnTo>
                    <a:pt x="1048" y="1858"/>
                  </a:lnTo>
                  <a:cubicBezTo>
                    <a:pt x="1048" y="2275"/>
                    <a:pt x="1250" y="2644"/>
                    <a:pt x="1560" y="2882"/>
                  </a:cubicBezTo>
                  <a:lnTo>
                    <a:pt x="1560" y="3037"/>
                  </a:lnTo>
                  <a:cubicBezTo>
                    <a:pt x="1560" y="3108"/>
                    <a:pt x="1500" y="3180"/>
                    <a:pt x="1429" y="3216"/>
                  </a:cubicBezTo>
                  <a:lnTo>
                    <a:pt x="845" y="3382"/>
                  </a:lnTo>
                  <a:cubicBezTo>
                    <a:pt x="548" y="3466"/>
                    <a:pt x="357" y="3739"/>
                    <a:pt x="357" y="4037"/>
                  </a:cubicBezTo>
                  <a:lnTo>
                    <a:pt x="357" y="4906"/>
                  </a:lnTo>
                  <a:cubicBezTo>
                    <a:pt x="333" y="4894"/>
                    <a:pt x="310" y="4859"/>
                    <a:pt x="286" y="4847"/>
                  </a:cubicBezTo>
                  <a:cubicBezTo>
                    <a:pt x="256" y="4822"/>
                    <a:pt x="220" y="4810"/>
                    <a:pt x="185" y="4810"/>
                  </a:cubicBezTo>
                  <a:cubicBezTo>
                    <a:pt x="135" y="4810"/>
                    <a:pt x="87" y="4834"/>
                    <a:pt x="60" y="4882"/>
                  </a:cubicBezTo>
                  <a:cubicBezTo>
                    <a:pt x="0" y="4954"/>
                    <a:pt x="12" y="5061"/>
                    <a:pt x="95" y="5097"/>
                  </a:cubicBezTo>
                  <a:cubicBezTo>
                    <a:pt x="702" y="5597"/>
                    <a:pt x="1476" y="5871"/>
                    <a:pt x="2262" y="5871"/>
                  </a:cubicBezTo>
                  <a:lnTo>
                    <a:pt x="2429" y="5871"/>
                  </a:lnTo>
                  <a:cubicBezTo>
                    <a:pt x="3286" y="5835"/>
                    <a:pt x="4096" y="5478"/>
                    <a:pt x="4691" y="4859"/>
                  </a:cubicBezTo>
                  <a:cubicBezTo>
                    <a:pt x="5298" y="4251"/>
                    <a:pt x="5655" y="3454"/>
                    <a:pt x="5703" y="2596"/>
                  </a:cubicBezTo>
                  <a:cubicBezTo>
                    <a:pt x="5751" y="1751"/>
                    <a:pt x="5477" y="918"/>
                    <a:pt x="4941" y="263"/>
                  </a:cubicBezTo>
                  <a:cubicBezTo>
                    <a:pt x="4908" y="223"/>
                    <a:pt x="4861" y="206"/>
                    <a:pt x="4815" y="206"/>
                  </a:cubicBezTo>
                  <a:cubicBezTo>
                    <a:pt x="4778" y="206"/>
                    <a:pt x="4742" y="218"/>
                    <a:pt x="4715" y="239"/>
                  </a:cubicBezTo>
                  <a:cubicBezTo>
                    <a:pt x="4643" y="299"/>
                    <a:pt x="4643" y="406"/>
                    <a:pt x="4691" y="465"/>
                  </a:cubicBezTo>
                  <a:cubicBezTo>
                    <a:pt x="5167" y="1061"/>
                    <a:pt x="5417" y="1811"/>
                    <a:pt x="5370" y="2573"/>
                  </a:cubicBezTo>
                  <a:cubicBezTo>
                    <a:pt x="5334" y="3347"/>
                    <a:pt x="5013" y="4073"/>
                    <a:pt x="4465" y="4632"/>
                  </a:cubicBezTo>
                  <a:cubicBezTo>
                    <a:pt x="4358" y="4728"/>
                    <a:pt x="4262" y="4823"/>
                    <a:pt x="4155" y="4906"/>
                  </a:cubicBezTo>
                  <a:lnTo>
                    <a:pt x="4155" y="4037"/>
                  </a:lnTo>
                  <a:cubicBezTo>
                    <a:pt x="4155" y="3739"/>
                    <a:pt x="3941" y="3466"/>
                    <a:pt x="3667" y="3382"/>
                  </a:cubicBezTo>
                  <a:lnTo>
                    <a:pt x="3084" y="3216"/>
                  </a:lnTo>
                  <a:cubicBezTo>
                    <a:pt x="3012" y="3180"/>
                    <a:pt x="2953" y="3120"/>
                    <a:pt x="2953" y="3037"/>
                  </a:cubicBezTo>
                  <a:lnTo>
                    <a:pt x="2953" y="2906"/>
                  </a:lnTo>
                  <a:cubicBezTo>
                    <a:pt x="3012" y="2858"/>
                    <a:pt x="3048" y="2823"/>
                    <a:pt x="3096" y="2763"/>
                  </a:cubicBezTo>
                  <a:cubicBezTo>
                    <a:pt x="3334" y="2549"/>
                    <a:pt x="3453" y="2227"/>
                    <a:pt x="3453" y="1906"/>
                  </a:cubicBezTo>
                  <a:lnTo>
                    <a:pt x="3453" y="1596"/>
                  </a:lnTo>
                  <a:lnTo>
                    <a:pt x="3512" y="1453"/>
                  </a:lnTo>
                  <a:cubicBezTo>
                    <a:pt x="3584" y="1311"/>
                    <a:pt x="3620" y="1156"/>
                    <a:pt x="3620" y="1001"/>
                  </a:cubicBezTo>
                  <a:lnTo>
                    <a:pt x="3620" y="168"/>
                  </a:lnTo>
                  <a:cubicBezTo>
                    <a:pt x="3620" y="72"/>
                    <a:pt x="3548" y="1"/>
                    <a:pt x="3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577;p45">
              <a:extLst>
                <a:ext uri="{FF2B5EF4-FFF2-40B4-BE49-F238E27FC236}">
                  <a16:creationId xmlns:a16="http://schemas.microsoft.com/office/drawing/2014/main" id="{50C1C916-5BF6-B672-4263-4A5127B7A169}"/>
                </a:ext>
              </a:extLst>
            </p:cNvPr>
            <p:cNvSpPr/>
            <p:nvPr/>
          </p:nvSpPr>
          <p:spPr>
            <a:xfrm>
              <a:off x="1974207" y="1638617"/>
              <a:ext cx="43989" cy="15597"/>
            </a:xfrm>
            <a:custGeom>
              <a:avLst/>
              <a:gdLst/>
              <a:ahLst/>
              <a:cxnLst/>
              <a:rect l="l" t="t" r="r" b="b"/>
              <a:pathLst>
                <a:path w="1382" h="490" extrusionOk="0">
                  <a:moveTo>
                    <a:pt x="155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51"/>
                    <a:pt x="72" y="322"/>
                    <a:pt x="155" y="322"/>
                  </a:cubicBezTo>
                  <a:cubicBezTo>
                    <a:pt x="334" y="322"/>
                    <a:pt x="870" y="358"/>
                    <a:pt x="1132" y="477"/>
                  </a:cubicBezTo>
                  <a:cubicBezTo>
                    <a:pt x="1155" y="489"/>
                    <a:pt x="1167" y="489"/>
                    <a:pt x="1203" y="489"/>
                  </a:cubicBezTo>
                  <a:cubicBezTo>
                    <a:pt x="1263" y="489"/>
                    <a:pt x="1322" y="465"/>
                    <a:pt x="1346" y="406"/>
                  </a:cubicBezTo>
                  <a:cubicBezTo>
                    <a:pt x="1382" y="322"/>
                    <a:pt x="1346" y="227"/>
                    <a:pt x="1275" y="191"/>
                  </a:cubicBezTo>
                  <a:cubicBezTo>
                    <a:pt x="905" y="1"/>
                    <a:pt x="191" y="1"/>
                    <a:pt x="1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1550;p45">
            <a:extLst>
              <a:ext uri="{FF2B5EF4-FFF2-40B4-BE49-F238E27FC236}">
                <a16:creationId xmlns:a16="http://schemas.microsoft.com/office/drawing/2014/main" id="{D71DCBFA-FBC5-E78E-14B0-C46BC544AA42}"/>
              </a:ext>
            </a:extLst>
          </p:cNvPr>
          <p:cNvGrpSpPr/>
          <p:nvPr/>
        </p:nvGrpSpPr>
        <p:grpSpPr>
          <a:xfrm>
            <a:off x="5344359" y="1548547"/>
            <a:ext cx="484188" cy="472932"/>
            <a:chOff x="4210933" y="2926777"/>
            <a:chExt cx="280072" cy="275520"/>
          </a:xfrm>
        </p:grpSpPr>
        <p:sp>
          <p:nvSpPr>
            <p:cNvPr id="29" name="Google Shape;1551;p45">
              <a:extLst>
                <a:ext uri="{FF2B5EF4-FFF2-40B4-BE49-F238E27FC236}">
                  <a16:creationId xmlns:a16="http://schemas.microsoft.com/office/drawing/2014/main" id="{DB7FD427-6913-94F1-FE7E-F71E3BDF6D3E}"/>
                </a:ext>
              </a:extLst>
            </p:cNvPr>
            <p:cNvSpPr/>
            <p:nvPr/>
          </p:nvSpPr>
          <p:spPr>
            <a:xfrm>
              <a:off x="4490623" y="2970352"/>
              <a:ext cx="32" cy="414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0"/>
                  </a:moveTo>
                  <a:cubicBezTo>
                    <a:pt x="0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552;p45">
              <a:extLst>
                <a:ext uri="{FF2B5EF4-FFF2-40B4-BE49-F238E27FC236}">
                  <a16:creationId xmlns:a16="http://schemas.microsoft.com/office/drawing/2014/main" id="{46E28F64-7737-3E6A-FCB4-DE882D02AA49}"/>
                </a:ext>
              </a:extLst>
            </p:cNvPr>
            <p:cNvSpPr/>
            <p:nvPr/>
          </p:nvSpPr>
          <p:spPr>
            <a:xfrm>
              <a:off x="4489859" y="2969589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553;p45">
              <a:extLst>
                <a:ext uri="{FF2B5EF4-FFF2-40B4-BE49-F238E27FC236}">
                  <a16:creationId xmlns:a16="http://schemas.microsoft.com/office/drawing/2014/main" id="{FB8022B2-FD78-C724-22FF-AF09D34B2EB1}"/>
                </a:ext>
              </a:extLst>
            </p:cNvPr>
            <p:cNvSpPr/>
            <p:nvPr/>
          </p:nvSpPr>
          <p:spPr>
            <a:xfrm>
              <a:off x="4210933" y="2944952"/>
              <a:ext cx="280072" cy="257346"/>
            </a:xfrm>
            <a:custGeom>
              <a:avLst/>
              <a:gdLst/>
              <a:ahLst/>
              <a:cxnLst/>
              <a:rect l="l" t="t" r="r" b="b"/>
              <a:pathLst>
                <a:path w="8799" h="8085" extrusionOk="0">
                  <a:moveTo>
                    <a:pt x="7549" y="620"/>
                  </a:moveTo>
                  <a:lnTo>
                    <a:pt x="6596" y="6382"/>
                  </a:lnTo>
                  <a:lnTo>
                    <a:pt x="6596" y="620"/>
                  </a:lnTo>
                  <a:close/>
                  <a:moveTo>
                    <a:pt x="4965" y="1"/>
                  </a:moveTo>
                  <a:cubicBezTo>
                    <a:pt x="4894" y="1"/>
                    <a:pt x="4834" y="60"/>
                    <a:pt x="4834" y="143"/>
                  </a:cubicBezTo>
                  <a:cubicBezTo>
                    <a:pt x="4834" y="215"/>
                    <a:pt x="4894" y="274"/>
                    <a:pt x="4965" y="274"/>
                  </a:cubicBezTo>
                  <a:lnTo>
                    <a:pt x="6322" y="274"/>
                  </a:lnTo>
                  <a:lnTo>
                    <a:pt x="6322" y="7835"/>
                  </a:lnTo>
                  <a:lnTo>
                    <a:pt x="262" y="7835"/>
                  </a:lnTo>
                  <a:lnTo>
                    <a:pt x="262" y="7192"/>
                  </a:lnTo>
                  <a:cubicBezTo>
                    <a:pt x="262" y="7121"/>
                    <a:pt x="203" y="7061"/>
                    <a:pt x="131" y="7061"/>
                  </a:cubicBezTo>
                  <a:cubicBezTo>
                    <a:pt x="60" y="7061"/>
                    <a:pt x="0" y="7121"/>
                    <a:pt x="0" y="7192"/>
                  </a:cubicBezTo>
                  <a:lnTo>
                    <a:pt x="0" y="7954"/>
                  </a:lnTo>
                  <a:cubicBezTo>
                    <a:pt x="0" y="8025"/>
                    <a:pt x="60" y="8085"/>
                    <a:pt x="131" y="8085"/>
                  </a:cubicBezTo>
                  <a:lnTo>
                    <a:pt x="6465" y="8085"/>
                  </a:lnTo>
                  <a:cubicBezTo>
                    <a:pt x="6525" y="8085"/>
                    <a:pt x="6561" y="8037"/>
                    <a:pt x="6584" y="8002"/>
                  </a:cubicBezTo>
                  <a:lnTo>
                    <a:pt x="7906" y="3715"/>
                  </a:lnTo>
                  <a:cubicBezTo>
                    <a:pt x="7918" y="3632"/>
                    <a:pt x="7882" y="3572"/>
                    <a:pt x="7811" y="3549"/>
                  </a:cubicBezTo>
                  <a:cubicBezTo>
                    <a:pt x="7799" y="3547"/>
                    <a:pt x="7788" y="3546"/>
                    <a:pt x="7777" y="3546"/>
                  </a:cubicBezTo>
                  <a:cubicBezTo>
                    <a:pt x="7721" y="3546"/>
                    <a:pt x="7674" y="3572"/>
                    <a:pt x="7644" y="3632"/>
                  </a:cubicBezTo>
                  <a:lnTo>
                    <a:pt x="6870" y="6132"/>
                  </a:lnTo>
                  <a:lnTo>
                    <a:pt x="7727" y="989"/>
                  </a:lnTo>
                  <a:lnTo>
                    <a:pt x="8466" y="989"/>
                  </a:lnTo>
                  <a:lnTo>
                    <a:pt x="7799" y="3144"/>
                  </a:lnTo>
                  <a:cubicBezTo>
                    <a:pt x="7787" y="3215"/>
                    <a:pt x="7811" y="3275"/>
                    <a:pt x="7882" y="3311"/>
                  </a:cubicBezTo>
                  <a:lnTo>
                    <a:pt x="7930" y="3311"/>
                  </a:lnTo>
                  <a:cubicBezTo>
                    <a:pt x="7989" y="3311"/>
                    <a:pt x="8037" y="3275"/>
                    <a:pt x="8049" y="3215"/>
                  </a:cubicBezTo>
                  <a:lnTo>
                    <a:pt x="8763" y="894"/>
                  </a:lnTo>
                  <a:cubicBezTo>
                    <a:pt x="8799" y="870"/>
                    <a:pt x="8799" y="822"/>
                    <a:pt x="8763" y="798"/>
                  </a:cubicBezTo>
                  <a:cubicBezTo>
                    <a:pt x="8739" y="763"/>
                    <a:pt x="8704" y="739"/>
                    <a:pt x="8668" y="739"/>
                  </a:cubicBezTo>
                  <a:lnTo>
                    <a:pt x="7787" y="739"/>
                  </a:lnTo>
                  <a:lnTo>
                    <a:pt x="7835" y="501"/>
                  </a:lnTo>
                  <a:cubicBezTo>
                    <a:pt x="7835" y="453"/>
                    <a:pt x="7835" y="417"/>
                    <a:pt x="7799" y="394"/>
                  </a:cubicBezTo>
                  <a:cubicBezTo>
                    <a:pt x="7763" y="358"/>
                    <a:pt x="7739" y="346"/>
                    <a:pt x="7692" y="346"/>
                  </a:cubicBezTo>
                  <a:lnTo>
                    <a:pt x="6596" y="346"/>
                  </a:lnTo>
                  <a:lnTo>
                    <a:pt x="6596" y="143"/>
                  </a:lnTo>
                  <a:cubicBezTo>
                    <a:pt x="6596" y="60"/>
                    <a:pt x="6537" y="1"/>
                    <a:pt x="6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554;p45">
              <a:extLst>
                <a:ext uri="{FF2B5EF4-FFF2-40B4-BE49-F238E27FC236}">
                  <a16:creationId xmlns:a16="http://schemas.microsoft.com/office/drawing/2014/main" id="{8F9EC7CC-7B38-576C-20DF-8B78F80C84A0}"/>
                </a:ext>
              </a:extLst>
            </p:cNvPr>
            <p:cNvSpPr/>
            <p:nvPr/>
          </p:nvSpPr>
          <p:spPr>
            <a:xfrm>
              <a:off x="4212047" y="2926777"/>
              <a:ext cx="144826" cy="234619"/>
            </a:xfrm>
            <a:custGeom>
              <a:avLst/>
              <a:gdLst/>
              <a:ahLst/>
              <a:cxnLst/>
              <a:rect l="l" t="t" r="r" b="b"/>
              <a:pathLst>
                <a:path w="4550" h="7371" extrusionOk="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lnTo>
                    <a:pt x="1" y="7239"/>
                  </a:lnTo>
                  <a:cubicBezTo>
                    <a:pt x="1" y="7311"/>
                    <a:pt x="60" y="7370"/>
                    <a:pt x="132" y="7370"/>
                  </a:cubicBezTo>
                  <a:cubicBezTo>
                    <a:pt x="203" y="7370"/>
                    <a:pt x="263" y="7311"/>
                    <a:pt x="263" y="7239"/>
                  </a:cubicBezTo>
                  <a:lnTo>
                    <a:pt x="263" y="262"/>
                  </a:lnTo>
                  <a:lnTo>
                    <a:pt x="1763" y="262"/>
                  </a:lnTo>
                  <a:lnTo>
                    <a:pt x="2299" y="810"/>
                  </a:lnTo>
                  <a:cubicBezTo>
                    <a:pt x="2335" y="845"/>
                    <a:pt x="2358" y="857"/>
                    <a:pt x="2394" y="857"/>
                  </a:cubicBezTo>
                  <a:lnTo>
                    <a:pt x="4418" y="857"/>
                  </a:lnTo>
                  <a:cubicBezTo>
                    <a:pt x="4490" y="857"/>
                    <a:pt x="4549" y="798"/>
                    <a:pt x="4549" y="726"/>
                  </a:cubicBezTo>
                  <a:cubicBezTo>
                    <a:pt x="4537" y="655"/>
                    <a:pt x="4478" y="595"/>
                    <a:pt x="4418" y="595"/>
                  </a:cubicBezTo>
                  <a:lnTo>
                    <a:pt x="2454" y="595"/>
                  </a:lnTo>
                  <a:lnTo>
                    <a:pt x="1918" y="36"/>
                  </a:lnTo>
                  <a:cubicBezTo>
                    <a:pt x="1882" y="12"/>
                    <a:pt x="1858" y="0"/>
                    <a:pt x="18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555;p45">
              <a:extLst>
                <a:ext uri="{FF2B5EF4-FFF2-40B4-BE49-F238E27FC236}">
                  <a16:creationId xmlns:a16="http://schemas.microsoft.com/office/drawing/2014/main" id="{D7D5D5B9-828F-00A4-30F3-813608AA93C0}"/>
                </a:ext>
              </a:extLst>
            </p:cNvPr>
            <p:cNvSpPr/>
            <p:nvPr/>
          </p:nvSpPr>
          <p:spPr>
            <a:xfrm>
              <a:off x="4246550" y="2996103"/>
              <a:ext cx="28074" cy="28106"/>
            </a:xfrm>
            <a:custGeom>
              <a:avLst/>
              <a:gdLst/>
              <a:ahLst/>
              <a:cxnLst/>
              <a:rect l="l" t="t" r="r" b="b"/>
              <a:pathLst>
                <a:path w="882" h="883" extrusionOk="0">
                  <a:moveTo>
                    <a:pt x="620" y="263"/>
                  </a:moveTo>
                  <a:lnTo>
                    <a:pt x="620" y="608"/>
                  </a:lnTo>
                  <a:lnTo>
                    <a:pt x="262" y="608"/>
                  </a:lnTo>
                  <a:lnTo>
                    <a:pt x="262" y="263"/>
                  </a:lnTo>
                  <a:close/>
                  <a:moveTo>
                    <a:pt x="131" y="1"/>
                  </a:moveTo>
                  <a:cubicBezTo>
                    <a:pt x="60" y="1"/>
                    <a:pt x="0" y="60"/>
                    <a:pt x="0" y="144"/>
                  </a:cubicBezTo>
                  <a:lnTo>
                    <a:pt x="0" y="751"/>
                  </a:lnTo>
                  <a:cubicBezTo>
                    <a:pt x="0" y="822"/>
                    <a:pt x="60" y="882"/>
                    <a:pt x="131" y="882"/>
                  </a:cubicBezTo>
                  <a:lnTo>
                    <a:pt x="739" y="882"/>
                  </a:lnTo>
                  <a:cubicBezTo>
                    <a:pt x="822" y="882"/>
                    <a:pt x="881" y="822"/>
                    <a:pt x="881" y="751"/>
                  </a:cubicBezTo>
                  <a:lnTo>
                    <a:pt x="881" y="144"/>
                  </a:lnTo>
                  <a:cubicBezTo>
                    <a:pt x="881" y="60"/>
                    <a:pt x="822" y="1"/>
                    <a:pt x="7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556;p45">
              <a:extLst>
                <a:ext uri="{FF2B5EF4-FFF2-40B4-BE49-F238E27FC236}">
                  <a16:creationId xmlns:a16="http://schemas.microsoft.com/office/drawing/2014/main" id="{9B93C65D-7429-A7C9-CA37-79B9E1FCC1F8}"/>
                </a:ext>
              </a:extLst>
            </p:cNvPr>
            <p:cNvSpPr/>
            <p:nvPr/>
          </p:nvSpPr>
          <p:spPr>
            <a:xfrm>
              <a:off x="4285956" y="3015456"/>
              <a:ext cx="97814" cy="8753"/>
            </a:xfrm>
            <a:custGeom>
              <a:avLst/>
              <a:gdLst/>
              <a:ahLst/>
              <a:cxnLst/>
              <a:rect l="l" t="t" r="r" b="b"/>
              <a:pathLst>
                <a:path w="3073" h="275" extrusionOk="0">
                  <a:moveTo>
                    <a:pt x="132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14"/>
                    <a:pt x="60" y="274"/>
                    <a:pt x="132" y="274"/>
                  </a:cubicBezTo>
                  <a:lnTo>
                    <a:pt x="2942" y="274"/>
                  </a:lnTo>
                  <a:cubicBezTo>
                    <a:pt x="3013" y="274"/>
                    <a:pt x="3072" y="214"/>
                    <a:pt x="3072" y="143"/>
                  </a:cubicBezTo>
                  <a:cubicBezTo>
                    <a:pt x="3072" y="72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557;p45">
              <a:extLst>
                <a:ext uri="{FF2B5EF4-FFF2-40B4-BE49-F238E27FC236}">
                  <a16:creationId xmlns:a16="http://schemas.microsoft.com/office/drawing/2014/main" id="{CCA891B7-473E-CA28-92EF-E78D1EE3B714}"/>
                </a:ext>
              </a:extLst>
            </p:cNvPr>
            <p:cNvSpPr/>
            <p:nvPr/>
          </p:nvSpPr>
          <p:spPr>
            <a:xfrm>
              <a:off x="4285956" y="3001800"/>
              <a:ext cx="30366" cy="8753"/>
            </a:xfrm>
            <a:custGeom>
              <a:avLst/>
              <a:gdLst/>
              <a:ahLst/>
              <a:cxnLst/>
              <a:rect l="l" t="t" r="r" b="b"/>
              <a:pathLst>
                <a:path w="954" h="275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810" y="274"/>
                  </a:lnTo>
                  <a:cubicBezTo>
                    <a:pt x="894" y="274"/>
                    <a:pt x="953" y="215"/>
                    <a:pt x="953" y="132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558;p45">
              <a:extLst>
                <a:ext uri="{FF2B5EF4-FFF2-40B4-BE49-F238E27FC236}">
                  <a16:creationId xmlns:a16="http://schemas.microsoft.com/office/drawing/2014/main" id="{987844A6-9D0C-B98D-71B8-0861D92FC49D}"/>
                </a:ext>
              </a:extLst>
            </p:cNvPr>
            <p:cNvSpPr/>
            <p:nvPr/>
          </p:nvSpPr>
          <p:spPr>
            <a:xfrm>
              <a:off x="4246550" y="3060177"/>
              <a:ext cx="28074" cy="28074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620" y="274"/>
                  </a:moveTo>
                  <a:lnTo>
                    <a:pt x="620" y="631"/>
                  </a:lnTo>
                  <a:lnTo>
                    <a:pt x="262" y="631"/>
                  </a:lnTo>
                  <a:lnTo>
                    <a:pt x="262" y="274"/>
                  </a:lnTo>
                  <a:close/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750"/>
                  </a:lnTo>
                  <a:cubicBezTo>
                    <a:pt x="0" y="822"/>
                    <a:pt x="60" y="881"/>
                    <a:pt x="131" y="881"/>
                  </a:cubicBezTo>
                  <a:lnTo>
                    <a:pt x="739" y="881"/>
                  </a:lnTo>
                  <a:cubicBezTo>
                    <a:pt x="822" y="881"/>
                    <a:pt x="881" y="822"/>
                    <a:pt x="881" y="750"/>
                  </a:cubicBezTo>
                  <a:lnTo>
                    <a:pt x="881" y="131"/>
                  </a:lnTo>
                  <a:cubicBezTo>
                    <a:pt x="881" y="60"/>
                    <a:pt x="822" y="0"/>
                    <a:pt x="7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559;p45">
              <a:extLst>
                <a:ext uri="{FF2B5EF4-FFF2-40B4-BE49-F238E27FC236}">
                  <a16:creationId xmlns:a16="http://schemas.microsoft.com/office/drawing/2014/main" id="{3E76C11A-101D-5780-EE49-A7BDB73C123E}"/>
                </a:ext>
              </a:extLst>
            </p:cNvPr>
            <p:cNvSpPr/>
            <p:nvPr/>
          </p:nvSpPr>
          <p:spPr>
            <a:xfrm>
              <a:off x="4285956" y="3080261"/>
              <a:ext cx="97814" cy="8371"/>
            </a:xfrm>
            <a:custGeom>
              <a:avLst/>
              <a:gdLst/>
              <a:ahLst/>
              <a:cxnLst/>
              <a:rect l="l" t="t" r="r" b="b"/>
              <a:pathLst>
                <a:path w="3073" h="263" extrusionOk="0">
                  <a:moveTo>
                    <a:pt x="132" y="0"/>
                  </a:moveTo>
                  <a:cubicBezTo>
                    <a:pt x="60" y="0"/>
                    <a:pt x="1" y="48"/>
                    <a:pt x="1" y="131"/>
                  </a:cubicBezTo>
                  <a:cubicBezTo>
                    <a:pt x="1" y="203"/>
                    <a:pt x="60" y="262"/>
                    <a:pt x="132" y="262"/>
                  </a:cubicBezTo>
                  <a:lnTo>
                    <a:pt x="2942" y="262"/>
                  </a:lnTo>
                  <a:cubicBezTo>
                    <a:pt x="3013" y="262"/>
                    <a:pt x="3072" y="203"/>
                    <a:pt x="3072" y="131"/>
                  </a:cubicBezTo>
                  <a:cubicBezTo>
                    <a:pt x="3072" y="48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560;p45">
              <a:extLst>
                <a:ext uri="{FF2B5EF4-FFF2-40B4-BE49-F238E27FC236}">
                  <a16:creationId xmlns:a16="http://schemas.microsoft.com/office/drawing/2014/main" id="{90384549-692F-B519-E030-8E15583C11BD}"/>
                </a:ext>
              </a:extLst>
            </p:cNvPr>
            <p:cNvSpPr/>
            <p:nvPr/>
          </p:nvSpPr>
          <p:spPr>
            <a:xfrm>
              <a:off x="4285956" y="3066224"/>
              <a:ext cx="30366" cy="8753"/>
            </a:xfrm>
            <a:custGeom>
              <a:avLst/>
              <a:gdLst/>
              <a:ahLst/>
              <a:cxnLst/>
              <a:rect l="l" t="t" r="r" b="b"/>
              <a:pathLst>
                <a:path w="954" h="275" extrusionOk="0">
                  <a:moveTo>
                    <a:pt x="132" y="1"/>
                  </a:moveTo>
                  <a:cubicBezTo>
                    <a:pt x="60" y="1"/>
                    <a:pt x="1" y="60"/>
                    <a:pt x="1" y="143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810" y="274"/>
                  </a:lnTo>
                  <a:cubicBezTo>
                    <a:pt x="894" y="274"/>
                    <a:pt x="953" y="215"/>
                    <a:pt x="953" y="143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561;p45">
              <a:extLst>
                <a:ext uri="{FF2B5EF4-FFF2-40B4-BE49-F238E27FC236}">
                  <a16:creationId xmlns:a16="http://schemas.microsoft.com/office/drawing/2014/main" id="{F13BEF74-58CC-CEA3-6227-80DF6D2BAF0F}"/>
                </a:ext>
              </a:extLst>
            </p:cNvPr>
            <p:cNvSpPr/>
            <p:nvPr/>
          </p:nvSpPr>
          <p:spPr>
            <a:xfrm>
              <a:off x="4246550" y="3124601"/>
              <a:ext cx="28074" cy="28074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620" y="250"/>
                  </a:moveTo>
                  <a:lnTo>
                    <a:pt x="620" y="607"/>
                  </a:lnTo>
                  <a:lnTo>
                    <a:pt x="262" y="607"/>
                  </a:lnTo>
                  <a:lnTo>
                    <a:pt x="262" y="250"/>
                  </a:lnTo>
                  <a:close/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738"/>
                  </a:lnTo>
                  <a:cubicBezTo>
                    <a:pt x="0" y="822"/>
                    <a:pt x="60" y="881"/>
                    <a:pt x="131" y="881"/>
                  </a:cubicBezTo>
                  <a:lnTo>
                    <a:pt x="739" y="881"/>
                  </a:lnTo>
                  <a:cubicBezTo>
                    <a:pt x="822" y="881"/>
                    <a:pt x="881" y="822"/>
                    <a:pt x="881" y="738"/>
                  </a:cubicBezTo>
                  <a:lnTo>
                    <a:pt x="881" y="131"/>
                  </a:lnTo>
                  <a:cubicBezTo>
                    <a:pt x="881" y="60"/>
                    <a:pt x="822" y="0"/>
                    <a:pt x="7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562;p45">
              <a:extLst>
                <a:ext uri="{FF2B5EF4-FFF2-40B4-BE49-F238E27FC236}">
                  <a16:creationId xmlns:a16="http://schemas.microsoft.com/office/drawing/2014/main" id="{2D1A2467-294B-DA3B-0F36-E7A300432637}"/>
                </a:ext>
              </a:extLst>
            </p:cNvPr>
            <p:cNvSpPr/>
            <p:nvPr/>
          </p:nvSpPr>
          <p:spPr>
            <a:xfrm>
              <a:off x="4285956" y="3143921"/>
              <a:ext cx="97814" cy="8753"/>
            </a:xfrm>
            <a:custGeom>
              <a:avLst/>
              <a:gdLst/>
              <a:ahLst/>
              <a:cxnLst/>
              <a:rect l="l" t="t" r="r" b="b"/>
              <a:pathLst>
                <a:path w="3073" h="275" extrusionOk="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2942" y="274"/>
                  </a:lnTo>
                  <a:cubicBezTo>
                    <a:pt x="3013" y="274"/>
                    <a:pt x="3072" y="215"/>
                    <a:pt x="3072" y="131"/>
                  </a:cubicBezTo>
                  <a:cubicBezTo>
                    <a:pt x="3072" y="60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563;p45">
              <a:extLst>
                <a:ext uri="{FF2B5EF4-FFF2-40B4-BE49-F238E27FC236}">
                  <a16:creationId xmlns:a16="http://schemas.microsoft.com/office/drawing/2014/main" id="{C897CD48-8C35-76E8-7658-5F66F7BDA795}"/>
                </a:ext>
              </a:extLst>
            </p:cNvPr>
            <p:cNvSpPr/>
            <p:nvPr/>
          </p:nvSpPr>
          <p:spPr>
            <a:xfrm>
              <a:off x="4285956" y="3130266"/>
              <a:ext cx="30366" cy="8371"/>
            </a:xfrm>
            <a:custGeom>
              <a:avLst/>
              <a:gdLst/>
              <a:ahLst/>
              <a:cxnLst/>
              <a:rect l="l" t="t" r="r" b="b"/>
              <a:pathLst>
                <a:path w="954" h="263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cubicBezTo>
                    <a:pt x="1" y="215"/>
                    <a:pt x="60" y="263"/>
                    <a:pt x="132" y="263"/>
                  </a:cubicBezTo>
                  <a:lnTo>
                    <a:pt x="810" y="263"/>
                  </a:lnTo>
                  <a:cubicBezTo>
                    <a:pt x="894" y="263"/>
                    <a:pt x="953" y="215"/>
                    <a:pt x="953" y="132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4;p19">
            <a:extLst>
              <a:ext uri="{FF2B5EF4-FFF2-40B4-BE49-F238E27FC236}">
                <a16:creationId xmlns:a16="http://schemas.microsoft.com/office/drawing/2014/main" id="{1A08BBBB-DBF2-10AD-26D6-8071C994493F}"/>
              </a:ext>
            </a:extLst>
          </p:cNvPr>
          <p:cNvSpPr txBox="1">
            <a:spLocks/>
          </p:cNvSpPr>
          <p:nvPr/>
        </p:nvSpPr>
        <p:spPr>
          <a:xfrm>
            <a:off x="636495" y="448212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3600" dirty="0">
                <a:latin typeface="Amasis MT Pro Medium" panose="02040604050005020304" pitchFamily="18" charset="0"/>
              </a:rPr>
              <a:t>Used softwares and programmes and languages</a:t>
            </a:r>
            <a:endParaRPr lang="en-US" b="1" u="sng" dirty="0">
              <a:latin typeface="Amasis MT Pro Medium" panose="02040604050005020304" pitchFamily="18" charset="0"/>
            </a:endParaRPr>
          </a:p>
        </p:txBody>
      </p:sp>
      <p:grpSp>
        <p:nvGrpSpPr>
          <p:cNvPr id="3" name="Google Shape;57;p15">
            <a:extLst>
              <a:ext uri="{FF2B5EF4-FFF2-40B4-BE49-F238E27FC236}">
                <a16:creationId xmlns:a16="http://schemas.microsoft.com/office/drawing/2014/main" id="{97AF5102-F679-6C1D-AB9B-0C649BCFBFA6}"/>
              </a:ext>
            </a:extLst>
          </p:cNvPr>
          <p:cNvGrpSpPr/>
          <p:nvPr/>
        </p:nvGrpSpPr>
        <p:grpSpPr>
          <a:xfrm rot="1578645" flipH="1">
            <a:off x="4442036" y="3443251"/>
            <a:ext cx="1864560" cy="2051285"/>
            <a:chOff x="4718425" y="934625"/>
            <a:chExt cx="1467100" cy="1605800"/>
          </a:xfrm>
          <a:solidFill>
            <a:srgbClr val="58B3BD"/>
          </a:solidFill>
        </p:grpSpPr>
        <p:cxnSp>
          <p:nvCxnSpPr>
            <p:cNvPr id="4" name="Google Shape;58;p15">
              <a:extLst>
                <a:ext uri="{FF2B5EF4-FFF2-40B4-BE49-F238E27FC236}">
                  <a16:creationId xmlns:a16="http://schemas.microsoft.com/office/drawing/2014/main" id="{34C6A706-0B28-7C08-1E64-157987AC9804}"/>
                </a:ext>
              </a:extLst>
            </p:cNvPr>
            <p:cNvCxnSpPr/>
            <p:nvPr/>
          </p:nvCxnSpPr>
          <p:spPr>
            <a:xfrm>
              <a:off x="5119625" y="1316725"/>
              <a:ext cx="1065900" cy="12237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59;p15">
              <a:extLst>
                <a:ext uri="{FF2B5EF4-FFF2-40B4-BE49-F238E27FC236}">
                  <a16:creationId xmlns:a16="http://schemas.microsoft.com/office/drawing/2014/main" id="{C66A62C7-7DEF-439F-FC84-7878719076AF}"/>
                </a:ext>
              </a:extLst>
            </p:cNvPr>
            <p:cNvSpPr/>
            <p:nvPr/>
          </p:nvSpPr>
          <p:spPr>
            <a:xfrm>
              <a:off x="4718425" y="934625"/>
              <a:ext cx="826800" cy="8268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" name="Google Shape;60;p15">
            <a:extLst>
              <a:ext uri="{FF2B5EF4-FFF2-40B4-BE49-F238E27FC236}">
                <a16:creationId xmlns:a16="http://schemas.microsoft.com/office/drawing/2014/main" id="{81CB8197-55B3-0948-63DD-DD82B42F80B1}"/>
              </a:ext>
            </a:extLst>
          </p:cNvPr>
          <p:cNvGrpSpPr/>
          <p:nvPr/>
        </p:nvGrpSpPr>
        <p:grpSpPr>
          <a:xfrm rot="1578645" flipH="1">
            <a:off x="3045667" y="4455044"/>
            <a:ext cx="1050792" cy="2131157"/>
            <a:chOff x="6176375" y="2540550"/>
            <a:chExt cx="826800" cy="1668325"/>
          </a:xfrm>
        </p:grpSpPr>
        <p:cxnSp>
          <p:nvCxnSpPr>
            <p:cNvPr id="7" name="Google Shape;61;p15">
              <a:extLst>
                <a:ext uri="{FF2B5EF4-FFF2-40B4-BE49-F238E27FC236}">
                  <a16:creationId xmlns:a16="http://schemas.microsoft.com/office/drawing/2014/main" id="{9297DB83-1220-4456-A6F6-95CF22EA3E8E}"/>
                </a:ext>
              </a:extLst>
            </p:cNvPr>
            <p:cNvCxnSpPr/>
            <p:nvPr/>
          </p:nvCxnSpPr>
          <p:spPr>
            <a:xfrm rot="10800000">
              <a:off x="6190500" y="2540550"/>
              <a:ext cx="406200" cy="1281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62;p15">
              <a:extLst>
                <a:ext uri="{FF2B5EF4-FFF2-40B4-BE49-F238E27FC236}">
                  <a16:creationId xmlns:a16="http://schemas.microsoft.com/office/drawing/2014/main" id="{4EA7917F-B49E-7153-34EB-4236D0F98DB0}"/>
                </a:ext>
              </a:extLst>
            </p:cNvPr>
            <p:cNvSpPr/>
            <p:nvPr/>
          </p:nvSpPr>
          <p:spPr>
            <a:xfrm>
              <a:off x="6176375" y="3382075"/>
              <a:ext cx="826800" cy="826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9" name="Google Shape;63;p15">
            <a:extLst>
              <a:ext uri="{FF2B5EF4-FFF2-40B4-BE49-F238E27FC236}">
                <a16:creationId xmlns:a16="http://schemas.microsoft.com/office/drawing/2014/main" id="{174DEF80-135A-1F91-A830-F44FB104EDD7}"/>
              </a:ext>
            </a:extLst>
          </p:cNvPr>
          <p:cNvGrpSpPr/>
          <p:nvPr/>
        </p:nvGrpSpPr>
        <p:grpSpPr>
          <a:xfrm rot="1578645" flipH="1">
            <a:off x="4140935" y="3041391"/>
            <a:ext cx="844524" cy="2057609"/>
            <a:chOff x="6042175" y="934625"/>
            <a:chExt cx="664500" cy="1610750"/>
          </a:xfrm>
          <a:solidFill>
            <a:srgbClr val="605FA6"/>
          </a:solidFill>
        </p:grpSpPr>
        <p:cxnSp>
          <p:nvCxnSpPr>
            <p:cNvPr id="10" name="Google Shape;64;p15">
              <a:extLst>
                <a:ext uri="{FF2B5EF4-FFF2-40B4-BE49-F238E27FC236}">
                  <a16:creationId xmlns:a16="http://schemas.microsoft.com/office/drawing/2014/main" id="{0A839028-2900-7439-F282-B0EF832D30D9}"/>
                </a:ext>
              </a:extLst>
            </p:cNvPr>
            <p:cNvCxnSpPr/>
            <p:nvPr/>
          </p:nvCxnSpPr>
          <p:spPr>
            <a:xfrm flipH="1">
              <a:off x="6190500" y="1278475"/>
              <a:ext cx="191100" cy="12669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" name="Google Shape;65;p15">
              <a:extLst>
                <a:ext uri="{FF2B5EF4-FFF2-40B4-BE49-F238E27FC236}">
                  <a16:creationId xmlns:a16="http://schemas.microsoft.com/office/drawing/2014/main" id="{CEA9B10D-5A7F-324E-6D70-B8B6EB13F52D}"/>
                </a:ext>
              </a:extLst>
            </p:cNvPr>
            <p:cNvSpPr/>
            <p:nvPr/>
          </p:nvSpPr>
          <p:spPr>
            <a:xfrm>
              <a:off x="6042175" y="934625"/>
              <a:ext cx="664500" cy="664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2" name="Google Shape;66;p15">
            <a:extLst>
              <a:ext uri="{FF2B5EF4-FFF2-40B4-BE49-F238E27FC236}">
                <a16:creationId xmlns:a16="http://schemas.microsoft.com/office/drawing/2014/main" id="{A69EDD50-BCEF-B590-BC58-5095B06251BE}"/>
              </a:ext>
            </a:extLst>
          </p:cNvPr>
          <p:cNvGrpSpPr/>
          <p:nvPr/>
        </p:nvGrpSpPr>
        <p:grpSpPr>
          <a:xfrm rot="1578645" flipH="1">
            <a:off x="2317300" y="3702963"/>
            <a:ext cx="2360407" cy="933988"/>
            <a:chOff x="6185550" y="1814200"/>
            <a:chExt cx="1857250" cy="731150"/>
          </a:xfrm>
          <a:solidFill>
            <a:srgbClr val="4E6BB0"/>
          </a:solidFill>
        </p:grpSpPr>
        <p:cxnSp>
          <p:nvCxnSpPr>
            <p:cNvPr id="13" name="Google Shape;67;p15">
              <a:extLst>
                <a:ext uri="{FF2B5EF4-FFF2-40B4-BE49-F238E27FC236}">
                  <a16:creationId xmlns:a16="http://schemas.microsoft.com/office/drawing/2014/main" id="{B3805671-562C-D262-E127-7A59ED87D3B9}"/>
                </a:ext>
              </a:extLst>
            </p:cNvPr>
            <p:cNvCxnSpPr/>
            <p:nvPr/>
          </p:nvCxnSpPr>
          <p:spPr>
            <a:xfrm flipH="1">
              <a:off x="6185550" y="2158050"/>
              <a:ext cx="1534500" cy="3873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Google Shape;68;p15">
              <a:extLst>
                <a:ext uri="{FF2B5EF4-FFF2-40B4-BE49-F238E27FC236}">
                  <a16:creationId xmlns:a16="http://schemas.microsoft.com/office/drawing/2014/main" id="{9D495B7D-77F7-9536-E3DA-21FCCE185ED9}"/>
                </a:ext>
              </a:extLst>
            </p:cNvPr>
            <p:cNvSpPr/>
            <p:nvPr/>
          </p:nvSpPr>
          <p:spPr>
            <a:xfrm>
              <a:off x="7378300" y="1814200"/>
              <a:ext cx="664500" cy="664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4E6BB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5" name="Google Shape;69;p15">
            <a:extLst>
              <a:ext uri="{FF2B5EF4-FFF2-40B4-BE49-F238E27FC236}">
                <a16:creationId xmlns:a16="http://schemas.microsoft.com/office/drawing/2014/main" id="{3C9463DF-1B63-F39C-F0B2-DD3D87059B87}"/>
              </a:ext>
            </a:extLst>
          </p:cNvPr>
          <p:cNvGrpSpPr/>
          <p:nvPr/>
        </p:nvGrpSpPr>
        <p:grpSpPr>
          <a:xfrm rot="1578645" flipH="1">
            <a:off x="3719148" y="5226518"/>
            <a:ext cx="2314210" cy="1166894"/>
            <a:chOff x="4369400" y="2545175"/>
            <a:chExt cx="1820900" cy="913475"/>
          </a:xfrm>
        </p:grpSpPr>
        <p:cxnSp>
          <p:nvCxnSpPr>
            <p:cNvPr id="16" name="Google Shape;70;p15">
              <a:extLst>
                <a:ext uri="{FF2B5EF4-FFF2-40B4-BE49-F238E27FC236}">
                  <a16:creationId xmlns:a16="http://schemas.microsoft.com/office/drawing/2014/main" id="{A15882B2-D3CE-6360-0C53-9FC29EA3FEAA}"/>
                </a:ext>
              </a:extLst>
            </p:cNvPr>
            <p:cNvCxnSpPr/>
            <p:nvPr/>
          </p:nvCxnSpPr>
          <p:spPr>
            <a:xfrm rot="10800000" flipH="1">
              <a:off x="4689400" y="2545175"/>
              <a:ext cx="1500900" cy="5928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" name="Google Shape;71;p15">
              <a:extLst>
                <a:ext uri="{FF2B5EF4-FFF2-40B4-BE49-F238E27FC236}">
                  <a16:creationId xmlns:a16="http://schemas.microsoft.com/office/drawing/2014/main" id="{D2BDCD61-1ECD-35D3-C36F-A4263DC25A5E}"/>
                </a:ext>
              </a:extLst>
            </p:cNvPr>
            <p:cNvSpPr/>
            <p:nvPr/>
          </p:nvSpPr>
          <p:spPr>
            <a:xfrm>
              <a:off x="4369400" y="2794150"/>
              <a:ext cx="664500" cy="66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8" name="Google Shape;72;p15">
            <a:extLst>
              <a:ext uri="{FF2B5EF4-FFF2-40B4-BE49-F238E27FC236}">
                <a16:creationId xmlns:a16="http://schemas.microsoft.com/office/drawing/2014/main" id="{3CA377B6-3C35-FA67-3F4A-6E04A678F356}"/>
              </a:ext>
            </a:extLst>
          </p:cNvPr>
          <p:cNvGrpSpPr/>
          <p:nvPr/>
        </p:nvGrpSpPr>
        <p:grpSpPr>
          <a:xfrm rot="1578645" flipH="1">
            <a:off x="3743151" y="4931750"/>
            <a:ext cx="1518458" cy="2046144"/>
            <a:chOff x="4995600" y="2545225"/>
            <a:chExt cx="1194775" cy="1601775"/>
          </a:xfrm>
        </p:grpSpPr>
        <p:cxnSp>
          <p:nvCxnSpPr>
            <p:cNvPr id="19" name="Google Shape;73;p15">
              <a:extLst>
                <a:ext uri="{FF2B5EF4-FFF2-40B4-BE49-F238E27FC236}">
                  <a16:creationId xmlns:a16="http://schemas.microsoft.com/office/drawing/2014/main" id="{2FF28DFA-346C-D6F8-171D-FF8F4CA0DFBA}"/>
                </a:ext>
              </a:extLst>
            </p:cNvPr>
            <p:cNvCxnSpPr/>
            <p:nvPr/>
          </p:nvCxnSpPr>
          <p:spPr>
            <a:xfrm rot="10800000" flipH="1">
              <a:off x="5325175" y="2545225"/>
              <a:ext cx="865200" cy="1305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74;p15">
              <a:extLst>
                <a:ext uri="{FF2B5EF4-FFF2-40B4-BE49-F238E27FC236}">
                  <a16:creationId xmlns:a16="http://schemas.microsoft.com/office/drawing/2014/main" id="{4A5E3380-F58D-6715-5153-ED5B5A40BDD2}"/>
                </a:ext>
              </a:extLst>
            </p:cNvPr>
            <p:cNvSpPr/>
            <p:nvPr/>
          </p:nvSpPr>
          <p:spPr>
            <a:xfrm>
              <a:off x="4995600" y="3482500"/>
              <a:ext cx="664500" cy="66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1" name="Google Shape;75;p15">
            <a:extLst>
              <a:ext uri="{FF2B5EF4-FFF2-40B4-BE49-F238E27FC236}">
                <a16:creationId xmlns:a16="http://schemas.microsoft.com/office/drawing/2014/main" id="{C4886FEF-4741-1F65-32DB-0503BE676232}"/>
              </a:ext>
            </a:extLst>
          </p:cNvPr>
          <p:cNvGrpSpPr/>
          <p:nvPr/>
        </p:nvGrpSpPr>
        <p:grpSpPr>
          <a:xfrm rot="1578645" flipH="1">
            <a:off x="2664484" y="4586743"/>
            <a:ext cx="1646280" cy="794174"/>
            <a:chOff x="6190400" y="2545375"/>
            <a:chExt cx="1295350" cy="621700"/>
          </a:xfrm>
          <a:solidFill>
            <a:srgbClr val="6E519D"/>
          </a:solidFill>
        </p:grpSpPr>
        <p:cxnSp>
          <p:nvCxnSpPr>
            <p:cNvPr id="22" name="Google Shape;76;p15">
              <a:extLst>
                <a:ext uri="{FF2B5EF4-FFF2-40B4-BE49-F238E27FC236}">
                  <a16:creationId xmlns:a16="http://schemas.microsoft.com/office/drawing/2014/main" id="{B6AAC219-7D2F-4D0F-BD7E-C589C6E52142}"/>
                </a:ext>
              </a:extLst>
            </p:cNvPr>
            <p:cNvCxnSpPr/>
            <p:nvPr/>
          </p:nvCxnSpPr>
          <p:spPr>
            <a:xfrm rot="10800000">
              <a:off x="6190400" y="2545375"/>
              <a:ext cx="1085100" cy="4014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" name="Google Shape;77;p15">
              <a:extLst>
                <a:ext uri="{FF2B5EF4-FFF2-40B4-BE49-F238E27FC236}">
                  <a16:creationId xmlns:a16="http://schemas.microsoft.com/office/drawing/2014/main" id="{DBDF7BB2-6BA5-FF88-53E6-C0045E910BA8}"/>
                </a:ext>
              </a:extLst>
            </p:cNvPr>
            <p:cNvSpPr/>
            <p:nvPr/>
          </p:nvSpPr>
          <p:spPr>
            <a:xfrm>
              <a:off x="7031550" y="2712875"/>
              <a:ext cx="454200" cy="4542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78;p15">
            <a:extLst>
              <a:ext uri="{FF2B5EF4-FFF2-40B4-BE49-F238E27FC236}">
                <a16:creationId xmlns:a16="http://schemas.microsoft.com/office/drawing/2014/main" id="{843EE669-944A-6EA6-13B0-F6FADB7DEA55}"/>
              </a:ext>
            </a:extLst>
          </p:cNvPr>
          <p:cNvGrpSpPr/>
          <p:nvPr/>
        </p:nvGrpSpPr>
        <p:grpSpPr>
          <a:xfrm rot="1578645" flipH="1">
            <a:off x="4116933" y="4849053"/>
            <a:ext cx="1858587" cy="580206"/>
            <a:chOff x="4718425" y="2096250"/>
            <a:chExt cx="1462400" cy="454200"/>
          </a:xfrm>
          <a:solidFill>
            <a:srgbClr val="605FA6"/>
          </a:solidFill>
        </p:grpSpPr>
        <p:cxnSp>
          <p:nvCxnSpPr>
            <p:cNvPr id="25" name="Google Shape;79;p15">
              <a:extLst>
                <a:ext uri="{FF2B5EF4-FFF2-40B4-BE49-F238E27FC236}">
                  <a16:creationId xmlns:a16="http://schemas.microsoft.com/office/drawing/2014/main" id="{A4B32785-912F-9D25-DA44-55AA3129B6B1}"/>
                </a:ext>
              </a:extLst>
            </p:cNvPr>
            <p:cNvCxnSpPr/>
            <p:nvPr/>
          </p:nvCxnSpPr>
          <p:spPr>
            <a:xfrm>
              <a:off x="4947525" y="2334900"/>
              <a:ext cx="1233300" cy="2055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" name="Google Shape;80;p15">
              <a:extLst>
                <a:ext uri="{FF2B5EF4-FFF2-40B4-BE49-F238E27FC236}">
                  <a16:creationId xmlns:a16="http://schemas.microsoft.com/office/drawing/2014/main" id="{BAA40781-6DE9-05CE-47E9-AAF885785460}"/>
                </a:ext>
              </a:extLst>
            </p:cNvPr>
            <p:cNvSpPr/>
            <p:nvPr/>
          </p:nvSpPr>
          <p:spPr>
            <a:xfrm>
              <a:off x="4718425" y="2096250"/>
              <a:ext cx="454200" cy="4542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81;p15">
            <a:extLst>
              <a:ext uri="{FF2B5EF4-FFF2-40B4-BE49-F238E27FC236}">
                <a16:creationId xmlns:a16="http://schemas.microsoft.com/office/drawing/2014/main" id="{2AE53C0B-CE08-A371-2EAD-45EAAAD42B90}"/>
              </a:ext>
            </a:extLst>
          </p:cNvPr>
          <p:cNvGrpSpPr/>
          <p:nvPr/>
        </p:nvGrpSpPr>
        <p:grpSpPr>
          <a:xfrm rot="1578645" flipH="1">
            <a:off x="3389773" y="3551576"/>
            <a:ext cx="1324596" cy="1330818"/>
            <a:chOff x="6185500" y="1498650"/>
            <a:chExt cx="1042238" cy="1041800"/>
          </a:xfrm>
          <a:solidFill>
            <a:srgbClr val="59BBB7"/>
          </a:solidFill>
        </p:grpSpPr>
        <p:cxnSp>
          <p:nvCxnSpPr>
            <p:cNvPr id="28" name="Google Shape;82;p15">
              <a:extLst>
                <a:ext uri="{FF2B5EF4-FFF2-40B4-BE49-F238E27FC236}">
                  <a16:creationId xmlns:a16="http://schemas.microsoft.com/office/drawing/2014/main" id="{23C3F243-B810-8A06-8F61-EBE69183EBFC}"/>
                </a:ext>
              </a:extLst>
            </p:cNvPr>
            <p:cNvCxnSpPr/>
            <p:nvPr/>
          </p:nvCxnSpPr>
          <p:spPr>
            <a:xfrm flipH="1">
              <a:off x="6185500" y="1746950"/>
              <a:ext cx="822300" cy="7935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" name="Google Shape;83;p15">
              <a:extLst>
                <a:ext uri="{FF2B5EF4-FFF2-40B4-BE49-F238E27FC236}">
                  <a16:creationId xmlns:a16="http://schemas.microsoft.com/office/drawing/2014/main" id="{F18CBDFB-2E4D-4A81-2A6F-2ACE65789A10}"/>
                </a:ext>
              </a:extLst>
            </p:cNvPr>
            <p:cNvSpPr/>
            <p:nvPr/>
          </p:nvSpPr>
          <p:spPr>
            <a:xfrm>
              <a:off x="6773538" y="1498650"/>
              <a:ext cx="454200" cy="4542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84;p15">
            <a:extLst>
              <a:ext uri="{FF2B5EF4-FFF2-40B4-BE49-F238E27FC236}">
                <a16:creationId xmlns:a16="http://schemas.microsoft.com/office/drawing/2014/main" id="{1CE20C03-6B1A-D6E1-E46A-8411645552A8}"/>
              </a:ext>
            </a:extLst>
          </p:cNvPr>
          <p:cNvGrpSpPr/>
          <p:nvPr/>
        </p:nvGrpSpPr>
        <p:grpSpPr>
          <a:xfrm rot="1578645" flipH="1">
            <a:off x="3610900" y="4378941"/>
            <a:ext cx="1488497" cy="1496118"/>
            <a:chOff x="5587975" y="1952850"/>
            <a:chExt cx="1171200" cy="1171200"/>
          </a:xfrm>
        </p:grpSpPr>
        <p:sp>
          <p:nvSpPr>
            <p:cNvPr id="31" name="Google Shape;85;p15">
              <a:extLst>
                <a:ext uri="{FF2B5EF4-FFF2-40B4-BE49-F238E27FC236}">
                  <a16:creationId xmlns:a16="http://schemas.microsoft.com/office/drawing/2014/main" id="{5B7B9CB3-7E48-9AFF-50AF-9CC0C79F7EDA}"/>
                </a:ext>
              </a:extLst>
            </p:cNvPr>
            <p:cNvSpPr/>
            <p:nvPr/>
          </p:nvSpPr>
          <p:spPr>
            <a:xfrm>
              <a:off x="5587975" y="1952850"/>
              <a:ext cx="1171200" cy="11712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6;p15">
              <a:extLst>
                <a:ext uri="{FF2B5EF4-FFF2-40B4-BE49-F238E27FC236}">
                  <a16:creationId xmlns:a16="http://schemas.microsoft.com/office/drawing/2014/main" id="{D303D944-6587-43D7-96FA-F997033CF5B8}"/>
                </a:ext>
              </a:extLst>
            </p:cNvPr>
            <p:cNvSpPr/>
            <p:nvPr/>
          </p:nvSpPr>
          <p:spPr>
            <a:xfrm>
              <a:off x="5673875" y="2038750"/>
              <a:ext cx="999300" cy="99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/>
            </a:p>
          </p:txBody>
        </p:sp>
      </p:grpSp>
      <p:grpSp>
        <p:nvGrpSpPr>
          <p:cNvPr id="33" name="Google Shape;87;p15">
            <a:extLst>
              <a:ext uri="{FF2B5EF4-FFF2-40B4-BE49-F238E27FC236}">
                <a16:creationId xmlns:a16="http://schemas.microsoft.com/office/drawing/2014/main" id="{D7535EEE-1F7F-40C3-D0F0-40645812B920}"/>
              </a:ext>
            </a:extLst>
          </p:cNvPr>
          <p:cNvGrpSpPr/>
          <p:nvPr/>
        </p:nvGrpSpPr>
        <p:grpSpPr>
          <a:xfrm>
            <a:off x="3962647" y="4697186"/>
            <a:ext cx="691341" cy="693586"/>
            <a:chOff x="1421638" y="4125629"/>
            <a:chExt cx="374709" cy="374010"/>
          </a:xfrm>
        </p:grpSpPr>
        <p:sp>
          <p:nvSpPr>
            <p:cNvPr id="34" name="Google Shape;88;p15">
              <a:extLst>
                <a:ext uri="{FF2B5EF4-FFF2-40B4-BE49-F238E27FC236}">
                  <a16:creationId xmlns:a16="http://schemas.microsoft.com/office/drawing/2014/main" id="{321C2C0D-55F8-4EE7-6A5B-2E55E383A5B8}"/>
                </a:ext>
              </a:extLst>
            </p:cNvPr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9;p15">
              <a:extLst>
                <a:ext uri="{FF2B5EF4-FFF2-40B4-BE49-F238E27FC236}">
                  <a16:creationId xmlns:a16="http://schemas.microsoft.com/office/drawing/2014/main" id="{C46C6461-FA84-A2DD-429C-D047D16E2F24}"/>
                </a:ext>
              </a:extLst>
            </p:cNvPr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" name="Picture 2" descr="Teams">
            <a:extLst>
              <a:ext uri="{FF2B5EF4-FFF2-40B4-BE49-F238E27FC236}">
                <a16:creationId xmlns:a16="http://schemas.microsoft.com/office/drawing/2014/main" id="{4872E3CD-7E19-9C16-C6CB-25C0F85B5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360" y="1520110"/>
            <a:ext cx="1440698" cy="1440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10" descr="PowerPoint">
            <a:extLst>
              <a:ext uri="{FF2B5EF4-FFF2-40B4-BE49-F238E27FC236}">
                <a16:creationId xmlns:a16="http://schemas.microsoft.com/office/drawing/2014/main" id="{7BA27EF4-17AE-CCB3-1114-0D8B29E14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545" y="3149137"/>
            <a:ext cx="1448278" cy="144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GitHub">
            <a:extLst>
              <a:ext uri="{FF2B5EF4-FFF2-40B4-BE49-F238E27FC236}">
                <a16:creationId xmlns:a16="http://schemas.microsoft.com/office/drawing/2014/main" id="{445CEEAF-70BD-67F1-B9C4-A409D59D5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856" y="1495699"/>
            <a:ext cx="1524681" cy="1524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12" descr="Word">
            <a:extLst>
              <a:ext uri="{FF2B5EF4-FFF2-40B4-BE49-F238E27FC236}">
                <a16:creationId xmlns:a16="http://schemas.microsoft.com/office/drawing/2014/main" id="{92BC5432-9AEB-FD86-2C5C-74A542508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63" y="1413354"/>
            <a:ext cx="1448277" cy="144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94FD77F-5DC5-1281-DD4E-C3AB11894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848" y="1521628"/>
            <a:ext cx="1329584" cy="1329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6" descr="Git">
            <a:extLst>
              <a:ext uri="{FF2B5EF4-FFF2-40B4-BE49-F238E27FC236}">
                <a16:creationId xmlns:a16="http://schemas.microsoft.com/office/drawing/2014/main" id="{CEC15462-AF09-0363-9E9B-5BA25F09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856" y="3149137"/>
            <a:ext cx="1524681" cy="1524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 descr="A blue hexagon with white letters and white plus symbols&#10;&#10;AI-generated content may be incorrect.">
            <a:extLst>
              <a:ext uri="{FF2B5EF4-FFF2-40B4-BE49-F238E27FC236}">
                <a16:creationId xmlns:a16="http://schemas.microsoft.com/office/drawing/2014/main" id="{3B3A0355-A5E9-E650-B5FA-F9BA5D81BE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2944" y="1419326"/>
            <a:ext cx="1524680" cy="152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245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54;p19">
            <a:extLst>
              <a:ext uri="{FF2B5EF4-FFF2-40B4-BE49-F238E27FC236}">
                <a16:creationId xmlns:a16="http://schemas.microsoft.com/office/drawing/2014/main" id="{870B9CFF-B3D5-1BDC-359B-F8C83016B663}"/>
              </a:ext>
            </a:extLst>
          </p:cNvPr>
          <p:cNvSpPr txBox="1">
            <a:spLocks/>
          </p:cNvSpPr>
          <p:nvPr/>
        </p:nvSpPr>
        <p:spPr>
          <a:xfrm>
            <a:off x="1937464" y="980799"/>
            <a:ext cx="5771739" cy="29714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4800" dirty="0">
                <a:solidFill>
                  <a:schemeClr val="tx1"/>
                </a:solidFill>
                <a:latin typeface="Amasis MT Pro Medium" panose="02040604050005020304" pitchFamily="18" charset="0"/>
              </a:rPr>
              <a:t>Now let’s move onto the project…</a:t>
            </a:r>
            <a:endParaRPr lang="bg-BG" sz="4800" dirty="0">
              <a:solidFill>
                <a:schemeClr val="tx1"/>
              </a:solidFill>
            </a:endParaRPr>
          </a:p>
        </p:txBody>
      </p:sp>
      <p:grpSp>
        <p:nvGrpSpPr>
          <p:cNvPr id="12" name="Google Shape;66;p15">
            <a:extLst>
              <a:ext uri="{FF2B5EF4-FFF2-40B4-BE49-F238E27FC236}">
                <a16:creationId xmlns:a16="http://schemas.microsoft.com/office/drawing/2014/main" id="{053897F2-C6DE-02DD-4332-E153ED013F0E}"/>
              </a:ext>
            </a:extLst>
          </p:cNvPr>
          <p:cNvGrpSpPr/>
          <p:nvPr/>
        </p:nvGrpSpPr>
        <p:grpSpPr>
          <a:xfrm rot="1578645" flipH="1">
            <a:off x="6525736" y="3912766"/>
            <a:ext cx="7175244" cy="2779168"/>
            <a:chOff x="6185550" y="1814200"/>
            <a:chExt cx="1857250" cy="731150"/>
          </a:xfrm>
          <a:solidFill>
            <a:srgbClr val="4E6BB0"/>
          </a:solidFill>
        </p:grpSpPr>
        <p:cxnSp>
          <p:nvCxnSpPr>
            <p:cNvPr id="13" name="Google Shape;67;p15">
              <a:extLst>
                <a:ext uri="{FF2B5EF4-FFF2-40B4-BE49-F238E27FC236}">
                  <a16:creationId xmlns:a16="http://schemas.microsoft.com/office/drawing/2014/main" id="{B22B5A0A-F819-A372-E8DA-15561FBA1461}"/>
                </a:ext>
              </a:extLst>
            </p:cNvPr>
            <p:cNvCxnSpPr/>
            <p:nvPr/>
          </p:nvCxnSpPr>
          <p:spPr>
            <a:xfrm flipH="1">
              <a:off x="6185550" y="2158050"/>
              <a:ext cx="1534500" cy="3873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Google Shape;68;p15">
              <a:extLst>
                <a:ext uri="{FF2B5EF4-FFF2-40B4-BE49-F238E27FC236}">
                  <a16:creationId xmlns:a16="http://schemas.microsoft.com/office/drawing/2014/main" id="{A1DF3D71-259E-1B63-6AE9-926EE223F6A1}"/>
                </a:ext>
              </a:extLst>
            </p:cNvPr>
            <p:cNvSpPr/>
            <p:nvPr/>
          </p:nvSpPr>
          <p:spPr>
            <a:xfrm>
              <a:off x="7378300" y="1814200"/>
              <a:ext cx="664500" cy="664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5" name="Google Shape;57;p15">
            <a:extLst>
              <a:ext uri="{FF2B5EF4-FFF2-40B4-BE49-F238E27FC236}">
                <a16:creationId xmlns:a16="http://schemas.microsoft.com/office/drawing/2014/main" id="{EF15BDD7-9D58-2AED-371F-ADE3BBE4C3DF}"/>
              </a:ext>
            </a:extLst>
          </p:cNvPr>
          <p:cNvGrpSpPr/>
          <p:nvPr/>
        </p:nvGrpSpPr>
        <p:grpSpPr>
          <a:xfrm rot="21131240" flipH="1">
            <a:off x="1009453" y="3424102"/>
            <a:ext cx="4079514" cy="4473794"/>
            <a:chOff x="4718425" y="934625"/>
            <a:chExt cx="1467100" cy="1605800"/>
          </a:xfrm>
          <a:solidFill>
            <a:srgbClr val="4E6BB0"/>
          </a:solidFill>
        </p:grpSpPr>
        <p:cxnSp>
          <p:nvCxnSpPr>
            <p:cNvPr id="16" name="Google Shape;58;p15">
              <a:extLst>
                <a:ext uri="{FF2B5EF4-FFF2-40B4-BE49-F238E27FC236}">
                  <a16:creationId xmlns:a16="http://schemas.microsoft.com/office/drawing/2014/main" id="{19234674-4814-C7BA-1258-91839BFD36F6}"/>
                </a:ext>
              </a:extLst>
            </p:cNvPr>
            <p:cNvCxnSpPr/>
            <p:nvPr/>
          </p:nvCxnSpPr>
          <p:spPr>
            <a:xfrm>
              <a:off x="5119625" y="1316725"/>
              <a:ext cx="1065900" cy="12237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" name="Google Shape;59;p15">
              <a:extLst>
                <a:ext uri="{FF2B5EF4-FFF2-40B4-BE49-F238E27FC236}">
                  <a16:creationId xmlns:a16="http://schemas.microsoft.com/office/drawing/2014/main" id="{4AB28075-9D5A-4372-2D6B-A888143A9CB3}"/>
                </a:ext>
              </a:extLst>
            </p:cNvPr>
            <p:cNvSpPr/>
            <p:nvPr/>
          </p:nvSpPr>
          <p:spPr>
            <a:xfrm>
              <a:off x="4718425" y="934625"/>
              <a:ext cx="826800" cy="8268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8" name="Google Shape;75;p15">
            <a:extLst>
              <a:ext uri="{FF2B5EF4-FFF2-40B4-BE49-F238E27FC236}">
                <a16:creationId xmlns:a16="http://schemas.microsoft.com/office/drawing/2014/main" id="{1C4968D7-A7C3-31C6-A645-C08300210FD4}"/>
              </a:ext>
            </a:extLst>
          </p:cNvPr>
          <p:cNvGrpSpPr/>
          <p:nvPr/>
        </p:nvGrpSpPr>
        <p:grpSpPr>
          <a:xfrm rot="1578645" flipH="1">
            <a:off x="7650835" y="-547626"/>
            <a:ext cx="6262031" cy="3276058"/>
            <a:chOff x="6190400" y="2545375"/>
            <a:chExt cx="1295350" cy="621700"/>
          </a:xfrm>
          <a:solidFill>
            <a:srgbClr val="59BBB7"/>
          </a:solidFill>
        </p:grpSpPr>
        <p:cxnSp>
          <p:nvCxnSpPr>
            <p:cNvPr id="19" name="Google Shape;76;p15">
              <a:extLst>
                <a:ext uri="{FF2B5EF4-FFF2-40B4-BE49-F238E27FC236}">
                  <a16:creationId xmlns:a16="http://schemas.microsoft.com/office/drawing/2014/main" id="{5BBD88B2-C746-4A02-313D-B8EAA9E9F77C}"/>
                </a:ext>
              </a:extLst>
            </p:cNvPr>
            <p:cNvCxnSpPr/>
            <p:nvPr/>
          </p:nvCxnSpPr>
          <p:spPr>
            <a:xfrm rot="10800000">
              <a:off x="6190400" y="2545375"/>
              <a:ext cx="1085100" cy="4014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77;p15">
              <a:extLst>
                <a:ext uri="{FF2B5EF4-FFF2-40B4-BE49-F238E27FC236}">
                  <a16:creationId xmlns:a16="http://schemas.microsoft.com/office/drawing/2014/main" id="{70E1C7EA-9B79-A48B-6EF7-C8A49129B9D1}"/>
                </a:ext>
              </a:extLst>
            </p:cNvPr>
            <p:cNvSpPr/>
            <p:nvPr/>
          </p:nvSpPr>
          <p:spPr>
            <a:xfrm>
              <a:off x="7031550" y="2712875"/>
              <a:ext cx="454200" cy="4542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72;p15">
            <a:extLst>
              <a:ext uri="{FF2B5EF4-FFF2-40B4-BE49-F238E27FC236}">
                <a16:creationId xmlns:a16="http://schemas.microsoft.com/office/drawing/2014/main" id="{EF8BAE16-7A6C-1C3D-0508-9EF741430737}"/>
              </a:ext>
            </a:extLst>
          </p:cNvPr>
          <p:cNvGrpSpPr/>
          <p:nvPr/>
        </p:nvGrpSpPr>
        <p:grpSpPr>
          <a:xfrm rot="1578645" flipH="1">
            <a:off x="-128278" y="-4084209"/>
            <a:ext cx="4200248" cy="5701212"/>
            <a:chOff x="4995600" y="2545225"/>
            <a:chExt cx="1194775" cy="1601775"/>
          </a:xfrm>
          <a:solidFill>
            <a:srgbClr val="605FA6"/>
          </a:solidFill>
        </p:grpSpPr>
        <p:cxnSp>
          <p:nvCxnSpPr>
            <p:cNvPr id="22" name="Google Shape;73;p15">
              <a:extLst>
                <a:ext uri="{FF2B5EF4-FFF2-40B4-BE49-F238E27FC236}">
                  <a16:creationId xmlns:a16="http://schemas.microsoft.com/office/drawing/2014/main" id="{C49C5228-E03C-7ED1-F3B9-0DFE8C1277DD}"/>
                </a:ext>
              </a:extLst>
            </p:cNvPr>
            <p:cNvCxnSpPr/>
            <p:nvPr/>
          </p:nvCxnSpPr>
          <p:spPr>
            <a:xfrm rot="10800000" flipH="1">
              <a:off x="5325175" y="2545225"/>
              <a:ext cx="865200" cy="13050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" name="Google Shape;74;p15">
              <a:extLst>
                <a:ext uri="{FF2B5EF4-FFF2-40B4-BE49-F238E27FC236}">
                  <a16:creationId xmlns:a16="http://schemas.microsoft.com/office/drawing/2014/main" id="{40DA009B-2494-3C4E-A03D-FADF94409D1A}"/>
                </a:ext>
              </a:extLst>
            </p:cNvPr>
            <p:cNvSpPr/>
            <p:nvPr/>
          </p:nvSpPr>
          <p:spPr>
            <a:xfrm>
              <a:off x="4995600" y="3482500"/>
              <a:ext cx="664500" cy="664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4" name="Google Shape;60;p15">
            <a:extLst>
              <a:ext uri="{FF2B5EF4-FFF2-40B4-BE49-F238E27FC236}">
                <a16:creationId xmlns:a16="http://schemas.microsoft.com/office/drawing/2014/main" id="{6A462997-47EC-EC3E-2159-9574C753C9C3}"/>
              </a:ext>
            </a:extLst>
          </p:cNvPr>
          <p:cNvGrpSpPr/>
          <p:nvPr/>
        </p:nvGrpSpPr>
        <p:grpSpPr>
          <a:xfrm rot="13018143" flipH="1">
            <a:off x="-1221139" y="2478242"/>
            <a:ext cx="2442276" cy="5060482"/>
            <a:chOff x="6176375" y="2540550"/>
            <a:chExt cx="826800" cy="1668325"/>
          </a:xfrm>
          <a:solidFill>
            <a:srgbClr val="58B3BD"/>
          </a:solidFill>
        </p:grpSpPr>
        <p:cxnSp>
          <p:nvCxnSpPr>
            <p:cNvPr id="25" name="Google Shape;61;p15">
              <a:extLst>
                <a:ext uri="{FF2B5EF4-FFF2-40B4-BE49-F238E27FC236}">
                  <a16:creationId xmlns:a16="http://schemas.microsoft.com/office/drawing/2014/main" id="{CABD8841-A2F6-39AA-7DB3-16C5B9D52469}"/>
                </a:ext>
              </a:extLst>
            </p:cNvPr>
            <p:cNvCxnSpPr/>
            <p:nvPr/>
          </p:nvCxnSpPr>
          <p:spPr>
            <a:xfrm rot="10800000">
              <a:off x="6190500" y="2540550"/>
              <a:ext cx="406200" cy="12810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" name="Google Shape;62;p15">
              <a:extLst>
                <a:ext uri="{FF2B5EF4-FFF2-40B4-BE49-F238E27FC236}">
                  <a16:creationId xmlns:a16="http://schemas.microsoft.com/office/drawing/2014/main" id="{E9842E21-FB41-04F6-1B06-765B4F73D010}"/>
                </a:ext>
              </a:extLst>
            </p:cNvPr>
            <p:cNvSpPr/>
            <p:nvPr/>
          </p:nvSpPr>
          <p:spPr>
            <a:xfrm>
              <a:off x="6176375" y="3382075"/>
              <a:ext cx="826800" cy="8268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7" name="Google Shape;81;p15">
            <a:extLst>
              <a:ext uri="{FF2B5EF4-FFF2-40B4-BE49-F238E27FC236}">
                <a16:creationId xmlns:a16="http://schemas.microsoft.com/office/drawing/2014/main" id="{0DF0CCFC-4B7E-A3F2-4929-65CF0F27EC3C}"/>
              </a:ext>
            </a:extLst>
          </p:cNvPr>
          <p:cNvGrpSpPr/>
          <p:nvPr/>
        </p:nvGrpSpPr>
        <p:grpSpPr>
          <a:xfrm rot="15403300" flipH="1">
            <a:off x="3954823" y="-4726972"/>
            <a:ext cx="5878322" cy="5817805"/>
            <a:chOff x="6185500" y="1498650"/>
            <a:chExt cx="1042238" cy="1041800"/>
          </a:xfrm>
          <a:solidFill>
            <a:srgbClr val="4DA3C6"/>
          </a:solidFill>
        </p:grpSpPr>
        <p:cxnSp>
          <p:nvCxnSpPr>
            <p:cNvPr id="28" name="Google Shape;82;p15">
              <a:extLst>
                <a:ext uri="{FF2B5EF4-FFF2-40B4-BE49-F238E27FC236}">
                  <a16:creationId xmlns:a16="http://schemas.microsoft.com/office/drawing/2014/main" id="{87A961E3-6593-86A2-932F-9AFF2C4CE088}"/>
                </a:ext>
              </a:extLst>
            </p:cNvPr>
            <p:cNvCxnSpPr/>
            <p:nvPr/>
          </p:nvCxnSpPr>
          <p:spPr>
            <a:xfrm flipH="1">
              <a:off x="6185500" y="1746950"/>
              <a:ext cx="822300" cy="793500"/>
            </a:xfrm>
            <a:prstGeom prst="straightConnector1">
              <a:avLst/>
            </a:pr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" name="Google Shape;83;p15">
              <a:extLst>
                <a:ext uri="{FF2B5EF4-FFF2-40B4-BE49-F238E27FC236}">
                  <a16:creationId xmlns:a16="http://schemas.microsoft.com/office/drawing/2014/main" id="{228E07FD-27AA-BA82-9D55-0DF868F69991}"/>
                </a:ext>
              </a:extLst>
            </p:cNvPr>
            <p:cNvSpPr/>
            <p:nvPr/>
          </p:nvSpPr>
          <p:spPr>
            <a:xfrm>
              <a:off x="6773538" y="1498650"/>
              <a:ext cx="454200" cy="4542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19699624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Project Management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BB831"/>
      </a:accent1>
      <a:accent2>
        <a:srgbClr val="FB8569"/>
      </a:accent2>
      <a:accent3>
        <a:srgbClr val="FB569C"/>
      </a:accent3>
      <a:accent4>
        <a:srgbClr val="E850E0"/>
      </a:accent4>
      <a:accent5>
        <a:srgbClr val="8225E2"/>
      </a:accent5>
      <a:accent6>
        <a:srgbClr val="9C27B0"/>
      </a:accent6>
      <a:hlink>
        <a:srgbClr val="FBB8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102</Words>
  <Application>Microsoft Office PowerPoint</Application>
  <PresentationFormat>On-screen Show (16:9)</PresentationFormat>
  <Paragraphs>30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Amasis MT Pro Medium</vt:lpstr>
      <vt:lpstr>Arial</vt:lpstr>
      <vt:lpstr>Fira Sans Extra Condensed Medium</vt:lpstr>
      <vt:lpstr>Fira Sans Extra Condensed SemiBold</vt:lpstr>
      <vt:lpstr>Roboto</vt:lpstr>
      <vt:lpstr>Project Management Infographics by Slidesgo</vt:lpstr>
      <vt:lpstr>SynoNum  Add the Numbers, Find the Words.  </vt:lpstr>
      <vt:lpstr>Our team</vt:lpstr>
      <vt:lpstr>About our project</vt:lpstr>
      <vt:lpstr>Our progress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Димана Г. Фотева</cp:lastModifiedBy>
  <cp:revision>16</cp:revision>
  <dcterms:modified xsi:type="dcterms:W3CDTF">2025-12-08T15:04:00Z</dcterms:modified>
</cp:coreProperties>
</file>