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60" r:id="rId4"/>
    <p:sldId id="261" r:id="rId5"/>
    <p:sldId id="263" r:id="rId6"/>
    <p:sldId id="264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FF"/>
    <a:srgbClr val="4DA3C6"/>
    <a:srgbClr val="59BBB7"/>
    <a:srgbClr val="4E6BB0"/>
    <a:srgbClr val="605FA6"/>
    <a:srgbClr val="583974"/>
    <a:srgbClr val="FEF1D6"/>
    <a:srgbClr val="6E519D"/>
    <a:srgbClr val="58B3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D3E6DF-C683-4B65-9AAD-1337455E3C0D}" v="94" dt="2025-12-08T17:40:32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d1d11c1e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53" name="Google Shape;53;g8d1d11c1e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361" name="Google Shape;361;g8e8b782381_0_1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a1b6e560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52" name="Google Shape;252;g8a1b6e560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e8b782381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98" name="Google Shape;298;g8e8b782381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717025" y="1280400"/>
            <a:ext cx="34365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5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717025" y="3445200"/>
            <a:ext cx="39453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5005091" y="505536"/>
            <a:ext cx="3473592" cy="31317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u="sng" dirty="0" err="1">
                <a:solidFill>
                  <a:srgbClr val="4DA3C6"/>
                </a:solidFill>
                <a:latin typeface="Amasis MT Pro Medium" panose="02040604050005020304" pitchFamily="18" charset="0"/>
              </a:rPr>
              <a:t>S</a:t>
            </a:r>
            <a:r>
              <a:rPr lang="en-US" u="sng" dirty="0" err="1">
                <a:solidFill>
                  <a:srgbClr val="4E6BB0"/>
                </a:solidFill>
                <a:latin typeface="Amasis MT Pro Medium" panose="02040604050005020304" pitchFamily="18" charset="0"/>
              </a:rPr>
              <a:t>y</a:t>
            </a:r>
            <a:r>
              <a:rPr lang="en-US" u="sng" dirty="0" err="1">
                <a:solidFill>
                  <a:srgbClr val="6E519D"/>
                </a:solidFill>
                <a:latin typeface="Amasis MT Pro Medium" panose="02040604050005020304" pitchFamily="18" charset="0"/>
              </a:rPr>
              <a:t>n</a:t>
            </a:r>
            <a:r>
              <a:rPr lang="en-US" u="sng" dirty="0" err="1">
                <a:solidFill>
                  <a:srgbClr val="605FA6"/>
                </a:solidFill>
                <a:latin typeface="Amasis MT Pro Medium" panose="02040604050005020304" pitchFamily="18" charset="0"/>
              </a:rPr>
              <a:t>o</a:t>
            </a:r>
            <a:r>
              <a:rPr lang="en-US" u="sng" dirty="0" err="1">
                <a:solidFill>
                  <a:srgbClr val="4DA3C6"/>
                </a:solidFill>
                <a:latin typeface="Amasis MT Pro Medium" panose="02040604050005020304" pitchFamily="18" charset="0"/>
              </a:rPr>
              <a:t>N</a:t>
            </a:r>
            <a:r>
              <a:rPr lang="en-US" u="sng" dirty="0" err="1">
                <a:solidFill>
                  <a:srgbClr val="58B6BC"/>
                </a:solidFill>
                <a:latin typeface="Amasis MT Pro Medium" panose="02040604050005020304" pitchFamily="18" charset="0"/>
              </a:rPr>
              <a:t>u</a:t>
            </a:r>
            <a:r>
              <a:rPr lang="en-US" u="sng" dirty="0" err="1">
                <a:solidFill>
                  <a:srgbClr val="4E6BB0"/>
                </a:solidFill>
                <a:latin typeface="Amasis MT Pro Medium" panose="02040604050005020304" pitchFamily="18" charset="0"/>
              </a:rPr>
              <a:t>m</a:t>
            </a:r>
            <a:br>
              <a:rPr lang="en-US" u="sng" dirty="0">
                <a:solidFill>
                  <a:srgbClr val="FBB831"/>
                </a:solidFill>
                <a:latin typeface="Amasis MT Pro Medium" panose="02040604050005020304" pitchFamily="18" charset="0"/>
              </a:rPr>
            </a:br>
            <a:r>
              <a:rPr lang="en-US" sz="2000" dirty="0">
                <a:solidFill>
                  <a:srgbClr val="FB569C"/>
                </a:solidFill>
                <a:latin typeface="Amasis MT Pro Medium" panose="02040604050005020304" pitchFamily="18" charset="0"/>
              </a:rPr>
              <a:t> </a:t>
            </a:r>
            <a:r>
              <a:rPr lang="en-US" sz="2000" dirty="0">
                <a:solidFill>
                  <a:srgbClr val="2F2142"/>
                </a:solidFill>
                <a:latin typeface="Amasis MT Pro Medium" panose="02040604050005020304" pitchFamily="18" charset="0"/>
              </a:rPr>
              <a:t>Add the Numbers, Find the Words. </a:t>
            </a:r>
            <a:r>
              <a:rPr lang="en-US" sz="2000" dirty="0">
                <a:solidFill>
                  <a:srgbClr val="2F2142"/>
                </a:solidFill>
                <a:latin typeface="Amasis MT Pro Medium" panose="02040604050005020304" pitchFamily="18" charset="0"/>
                <a:sym typeface="Wingdings" panose="05000000000000000000" pitchFamily="2" charset="2"/>
              </a:rPr>
              <a:t> </a:t>
            </a:r>
            <a:endParaRPr dirty="0">
              <a:solidFill>
                <a:srgbClr val="2F2142"/>
              </a:solidFill>
              <a:latin typeface="Amasis MT Pro Medium" panose="02040604050005020304" pitchFamily="18" charset="0"/>
            </a:endParaRPr>
          </a:p>
        </p:txBody>
      </p:sp>
      <p:grpSp>
        <p:nvGrpSpPr>
          <p:cNvPr id="57" name="Google Shape;57;p15"/>
          <p:cNvGrpSpPr/>
          <p:nvPr/>
        </p:nvGrpSpPr>
        <p:grpSpPr>
          <a:xfrm rot="1578645" flipH="1">
            <a:off x="2731727" y="1134112"/>
            <a:ext cx="1566930" cy="1715068"/>
            <a:chOff x="4718425" y="934625"/>
            <a:chExt cx="1467100" cy="1605800"/>
          </a:xfrm>
          <a:solidFill>
            <a:srgbClr val="53ADC2"/>
          </a:solidFill>
        </p:grpSpPr>
        <p:cxnSp>
          <p:nvCxnSpPr>
            <p:cNvPr id="58" name="Google Shape;58;p15"/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Google Shape;59;p15"/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" name="Google Shape;60;p15"/>
          <p:cNvGrpSpPr/>
          <p:nvPr/>
        </p:nvGrpSpPr>
        <p:grpSpPr>
          <a:xfrm rot="1578645" flipH="1">
            <a:off x="1209287" y="2129531"/>
            <a:ext cx="883060" cy="1781848"/>
            <a:chOff x="6176375" y="2540550"/>
            <a:chExt cx="826800" cy="1668325"/>
          </a:xfrm>
          <a:solidFill>
            <a:srgbClr val="417BBB"/>
          </a:solidFill>
        </p:grpSpPr>
        <p:cxnSp>
          <p:nvCxnSpPr>
            <p:cNvPr id="61" name="Google Shape;61;p15"/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62;p15"/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/>
          <p:cNvGrpSpPr/>
          <p:nvPr/>
        </p:nvGrpSpPr>
        <p:grpSpPr>
          <a:xfrm rot="1578645" flipH="1">
            <a:off x="2276008" y="697150"/>
            <a:ext cx="709717" cy="1720355"/>
            <a:chOff x="6042175" y="934625"/>
            <a:chExt cx="664500" cy="1610750"/>
          </a:xfrm>
          <a:solidFill>
            <a:srgbClr val="70539E"/>
          </a:solidFill>
        </p:grpSpPr>
        <p:cxnSp>
          <p:nvCxnSpPr>
            <p:cNvPr id="64" name="Google Shape;64;p15"/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" name="Google Shape;65;p15"/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 rot="1578645" flipH="1">
            <a:off x="722626" y="1237720"/>
            <a:ext cx="1983628" cy="780902"/>
            <a:chOff x="6185550" y="1814200"/>
            <a:chExt cx="1857250" cy="731150"/>
          </a:xfrm>
          <a:solidFill>
            <a:srgbClr val="58B3BD"/>
          </a:solidFill>
        </p:grpSpPr>
        <p:cxnSp>
          <p:nvCxnSpPr>
            <p:cNvPr id="67" name="Google Shape;67;p15"/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" name="Google Shape;68;p15"/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 rot="1578645" flipH="1">
            <a:off x="2109021" y="2795838"/>
            <a:ext cx="1944805" cy="975633"/>
            <a:chOff x="4369400" y="2545175"/>
            <a:chExt cx="1820900" cy="913475"/>
          </a:xfrm>
          <a:solidFill>
            <a:srgbClr val="5D61A8"/>
          </a:solidFill>
        </p:grpSpPr>
        <p:cxnSp>
          <p:nvCxnSpPr>
            <p:cNvPr id="70" name="Google Shape;70;p15"/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" name="Google Shape;71;p15"/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 rot="1578645" flipH="1">
            <a:off x="1980644" y="2609568"/>
            <a:ext cx="1276075" cy="1710769"/>
            <a:chOff x="4995600" y="2545225"/>
            <a:chExt cx="1194775" cy="1601775"/>
          </a:xfrm>
          <a:solidFill>
            <a:srgbClr val="55B0C0"/>
          </a:solidFill>
        </p:grpSpPr>
        <p:cxnSp>
          <p:nvCxnSpPr>
            <p:cNvPr id="73" name="Google Shape;73;p15"/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Google Shape;74;p15"/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 rot="1578645" flipH="1">
            <a:off x="966801" y="2074508"/>
            <a:ext cx="1383493" cy="664004"/>
            <a:chOff x="6190400" y="2545375"/>
            <a:chExt cx="1295350" cy="621700"/>
          </a:xfrm>
          <a:solidFill>
            <a:srgbClr val="6E519D"/>
          </a:solidFill>
        </p:grpSpPr>
        <p:cxnSp>
          <p:nvCxnSpPr>
            <p:cNvPr id="76" name="Google Shape;76;p15"/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15"/>
          <p:cNvGrpSpPr/>
          <p:nvPr/>
        </p:nvGrpSpPr>
        <p:grpSpPr>
          <a:xfrm rot="1578645" flipH="1">
            <a:off x="2459157" y="2311074"/>
            <a:ext cx="1561911" cy="485107"/>
            <a:chOff x="4718425" y="2096250"/>
            <a:chExt cx="1462400" cy="454200"/>
          </a:xfrm>
          <a:solidFill>
            <a:srgbClr val="2F2142"/>
          </a:solidFill>
        </p:grpSpPr>
        <p:cxnSp>
          <p:nvCxnSpPr>
            <p:cNvPr id="79" name="Google Shape;79;p15"/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" name="Google Shape;80;p15"/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15"/>
          <p:cNvGrpSpPr/>
          <p:nvPr/>
        </p:nvGrpSpPr>
        <p:grpSpPr>
          <a:xfrm rot="1578645" flipH="1">
            <a:off x="1623907" y="1111363"/>
            <a:ext cx="1113158" cy="1112690"/>
            <a:chOff x="6185500" y="1498650"/>
            <a:chExt cx="1042238" cy="1041800"/>
          </a:xfrm>
          <a:solidFill>
            <a:srgbClr val="4E6BB0"/>
          </a:solidFill>
        </p:grpSpPr>
        <p:cxnSp>
          <p:nvCxnSpPr>
            <p:cNvPr id="82" name="Google Shape;82;p15"/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" name="Google Shape;83;p15"/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Google Shape;84;p15"/>
          <p:cNvGrpSpPr/>
          <p:nvPr/>
        </p:nvGrpSpPr>
        <p:grpSpPr>
          <a:xfrm rot="1578645" flipH="1">
            <a:off x="1692765" y="1581135"/>
            <a:ext cx="1635702" cy="1673162"/>
            <a:chOff x="5587975" y="1952850"/>
            <a:chExt cx="1171200" cy="1171200"/>
          </a:xfrm>
        </p:grpSpPr>
        <p:sp>
          <p:nvSpPr>
            <p:cNvPr id="85" name="Google Shape;85;p15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693059" y="2044455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B3BE8B-04DC-E5E5-FF93-137CFB3D0EED}"/>
              </a:ext>
            </a:extLst>
          </p:cNvPr>
          <p:cNvCxnSpPr>
            <a:cxnSpLocks/>
          </p:cNvCxnSpPr>
          <p:nvPr/>
        </p:nvCxnSpPr>
        <p:spPr>
          <a:xfrm>
            <a:off x="5005091" y="3832439"/>
            <a:ext cx="34735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6FCB60-C04A-A1D5-ACB4-4E67200C236D}"/>
              </a:ext>
            </a:extLst>
          </p:cNvPr>
          <p:cNvCxnSpPr>
            <a:cxnSpLocks/>
          </p:cNvCxnSpPr>
          <p:nvPr/>
        </p:nvCxnSpPr>
        <p:spPr>
          <a:xfrm>
            <a:off x="5028427" y="4449205"/>
            <a:ext cx="34651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6C6C85D3-D7CD-1E83-BA35-D767799B8B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90"/>
          <a:stretch>
            <a:fillRect/>
          </a:stretch>
        </p:blipFill>
        <p:spPr bwMode="auto">
          <a:xfrm>
            <a:off x="1312488" y="1575037"/>
            <a:ext cx="2395343" cy="165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895977-1B70-965E-70D8-A8B9A3BEF865}"/>
              </a:ext>
            </a:extLst>
          </p:cNvPr>
          <p:cNvSpPr txBox="1"/>
          <p:nvPr/>
        </p:nvSpPr>
        <p:spPr>
          <a:xfrm>
            <a:off x="5028427" y="3864430"/>
            <a:ext cx="3379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masis MT Pro Medium" panose="02040604050005020304" pitchFamily="18" charset="0"/>
              </a:rPr>
              <a:t>Presentation made by the </a:t>
            </a:r>
            <a:r>
              <a:rPr lang="en-US" sz="1600" b="1" dirty="0" err="1">
                <a:solidFill>
                  <a:srgbClr val="417BBB"/>
                </a:solidFill>
                <a:latin typeface="Amasis MT Pro Medium" panose="02040604050005020304" pitchFamily="18" charset="0"/>
              </a:rPr>
              <a:t>SynoNum</a:t>
            </a:r>
            <a:r>
              <a:rPr lang="en-US" sz="1600" b="1" dirty="0">
                <a:latin typeface="Amasis MT Pro Medium" panose="02040604050005020304" pitchFamily="18" charset="0"/>
              </a:rPr>
              <a:t> team</a:t>
            </a:r>
            <a:endParaRPr lang="bg-BG" sz="16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xfrm>
            <a:off x="710275" y="37780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>
                <a:latin typeface="Amasis MT Pro Medium" panose="02040604050005020304" pitchFamily="18" charset="0"/>
              </a:rPr>
              <a:t>Our team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420" name="Google Shape;420;p21"/>
          <p:cNvGrpSpPr/>
          <p:nvPr/>
        </p:nvGrpSpPr>
        <p:grpSpPr>
          <a:xfrm>
            <a:off x="81562" y="966438"/>
            <a:ext cx="2118646" cy="3409006"/>
            <a:chOff x="2669153" y="1300654"/>
            <a:chExt cx="1740441" cy="3124109"/>
          </a:xfrm>
        </p:grpSpPr>
        <p:sp>
          <p:nvSpPr>
            <p:cNvPr id="421" name="Google Shape;421;p21"/>
            <p:cNvSpPr/>
            <p:nvPr/>
          </p:nvSpPr>
          <p:spPr>
            <a:xfrm rot="10800000" flipH="1">
              <a:off x="2669162" y="2015463"/>
              <a:ext cx="1740432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422;p21"/>
            <p:cNvSpPr txBox="1"/>
            <p:nvPr/>
          </p:nvSpPr>
          <p:spPr>
            <a:xfrm>
              <a:off x="2700628" y="3754639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4E6BB0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Scrum Trainer</a:t>
              </a:r>
              <a:endParaRPr sz="1700" dirty="0">
                <a:solidFill>
                  <a:srgbClr val="4E6BB0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2669153" y="1300654"/>
              <a:ext cx="1740433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4E6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dirty="0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Dimana </a:t>
              </a:r>
              <a:r>
                <a:rPr lang="en-US" dirty="0" err="1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Foteva</a:t>
              </a:r>
              <a:r>
                <a:rPr lang="bg-BG" sz="1300" dirty="0">
                  <a:solidFill>
                    <a:srgbClr val="FFFFFF"/>
                  </a:solidFill>
                  <a:sym typeface="Fira Sans Extra Condensed Medium"/>
                </a:rPr>
                <a:t>, </a:t>
              </a:r>
              <a:r>
                <a:rPr lang="en-US" dirty="0">
                  <a:solidFill>
                    <a:srgbClr val="FFFFFF"/>
                  </a:solidFill>
                  <a:latin typeface="Amasis MT Pro Medium"/>
                  <a:sym typeface="Fira Sans Extra Condensed Medium"/>
                </a:rPr>
                <a:t>9</a:t>
              </a:r>
              <a:r>
                <a:rPr lang="bg-BG" sz="1300" dirty="0">
                  <a:solidFill>
                    <a:srgbClr val="FFFFFF"/>
                  </a:solidFill>
                  <a:sym typeface="Fira Sans Extra Condensed Medium"/>
                </a:rPr>
                <a:t>.</a:t>
              </a:r>
              <a:r>
                <a:rPr lang="en-US" dirty="0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G</a:t>
              </a:r>
              <a:endParaRPr lang="uk-UA" dirty="0">
                <a:solidFill>
                  <a:schemeClr val="lt1"/>
                </a:solidFill>
                <a:latin typeface="Amasis MT Pro Medium" panose="02040604050005020304" pitchFamily="18" charset="0"/>
              </a:endParaRPr>
            </a:p>
          </p:txBody>
        </p:sp>
      </p:grpSp>
      <p:pic>
        <p:nvPicPr>
          <p:cNvPr id="2" name="Картина 1">
            <a:extLst>
              <a:ext uri="{FF2B5EF4-FFF2-40B4-BE49-F238E27FC236}">
                <a16:creationId xmlns:a16="http://schemas.microsoft.com/office/drawing/2014/main" id="{75E0DDE0-D553-4C09-9DC7-95F8117E8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43" y="1914639"/>
            <a:ext cx="1525050" cy="152505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4" name="Picture 3" descr="A person with long red hair wearing glasses&#10;&#10;AI-generated content may be incorrect.">
            <a:extLst>
              <a:ext uri="{FF2B5EF4-FFF2-40B4-BE49-F238E27FC236}">
                <a16:creationId xmlns:a16="http://schemas.microsoft.com/office/drawing/2014/main" id="{250B43D4-66C2-4CD8-E35E-09B004B02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882" y="1914823"/>
            <a:ext cx="1525050" cy="152505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419DDDC-4401-1F37-9962-D2D63CC6E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3" b="8828"/>
          <a:stretch>
            <a:fillRect/>
          </a:stretch>
        </p:blipFill>
        <p:spPr bwMode="auto">
          <a:xfrm>
            <a:off x="4843827" y="1914823"/>
            <a:ext cx="1629512" cy="152505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Картина 4">
            <a:extLst>
              <a:ext uri="{FF2B5EF4-FFF2-40B4-BE49-F238E27FC236}">
                <a16:creationId xmlns:a16="http://schemas.microsoft.com/office/drawing/2014/main" id="{77F9E2C5-1FA6-CAFD-EE82-8BD290789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6169" y="1915976"/>
            <a:ext cx="1545066" cy="1517891"/>
          </a:xfrm>
          <a:prstGeom prst="rect">
            <a:avLst/>
          </a:prstGeom>
          <a:effectLst>
            <a:softEdge rad="31750"/>
          </a:effectLst>
        </p:spPr>
      </p:pic>
      <p:grpSp>
        <p:nvGrpSpPr>
          <p:cNvPr id="28" name="Google Shape;420;p21">
            <a:extLst>
              <a:ext uri="{FF2B5EF4-FFF2-40B4-BE49-F238E27FC236}">
                <a16:creationId xmlns:a16="http://schemas.microsoft.com/office/drawing/2014/main" id="{987FC6CA-EA61-D7D2-47BA-A92B35B465FA}"/>
              </a:ext>
            </a:extLst>
          </p:cNvPr>
          <p:cNvGrpSpPr/>
          <p:nvPr/>
        </p:nvGrpSpPr>
        <p:grpSpPr>
          <a:xfrm>
            <a:off x="2339116" y="966438"/>
            <a:ext cx="2149669" cy="3409006"/>
            <a:chOff x="2669153" y="1300654"/>
            <a:chExt cx="1765926" cy="3124109"/>
          </a:xfrm>
        </p:grpSpPr>
        <p:sp>
          <p:nvSpPr>
            <p:cNvPr id="29" name="Google Shape;421;p21">
              <a:extLst>
                <a:ext uri="{FF2B5EF4-FFF2-40B4-BE49-F238E27FC236}">
                  <a16:creationId xmlns:a16="http://schemas.microsoft.com/office/drawing/2014/main" id="{D919A2B6-4D55-06A7-BB92-8D6E298706DB}"/>
                </a:ext>
              </a:extLst>
            </p:cNvPr>
            <p:cNvSpPr/>
            <p:nvPr/>
          </p:nvSpPr>
          <p:spPr>
            <a:xfrm rot="10800000" flipH="1">
              <a:off x="2669162" y="2015463"/>
              <a:ext cx="1740432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422;p21">
              <a:extLst>
                <a:ext uri="{FF2B5EF4-FFF2-40B4-BE49-F238E27FC236}">
                  <a16:creationId xmlns:a16="http://schemas.microsoft.com/office/drawing/2014/main" id="{3498CBA0-3F17-4AC1-F8D7-404F41278DE2}"/>
                </a:ext>
              </a:extLst>
            </p:cNvPr>
            <p:cNvSpPr txBox="1"/>
            <p:nvPr/>
          </p:nvSpPr>
          <p:spPr>
            <a:xfrm>
              <a:off x="2699477" y="3524165"/>
              <a:ext cx="1735602" cy="791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4DA3C6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Front-end Developer</a:t>
              </a:r>
              <a:endParaRPr sz="1700" dirty="0">
                <a:solidFill>
                  <a:srgbClr val="4DA3C6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" name="Google Shape;424;p21">
              <a:extLst>
                <a:ext uri="{FF2B5EF4-FFF2-40B4-BE49-F238E27FC236}">
                  <a16:creationId xmlns:a16="http://schemas.microsoft.com/office/drawing/2014/main" id="{4BC06049-62D7-F7A3-4806-63CDE36A0972}"/>
                </a:ext>
              </a:extLst>
            </p:cNvPr>
            <p:cNvSpPr/>
            <p:nvPr/>
          </p:nvSpPr>
          <p:spPr>
            <a:xfrm>
              <a:off x="2669153" y="1300654"/>
              <a:ext cx="1740433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4DA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00" dirty="0">
                  <a:solidFill>
                    <a:srgbClr val="FFFFFF"/>
                  </a:solidFill>
                  <a:latin typeface="Amasis MT Pro Medium"/>
                </a:rPr>
                <a:t>Mariela </a:t>
              </a:r>
              <a:r>
                <a:rPr lang="en-US" sz="1300" err="1">
                  <a:solidFill>
                    <a:srgbClr val="FFFFFF"/>
                  </a:solidFill>
                  <a:latin typeface="Amasis MT Pro Medium"/>
                </a:rPr>
                <a:t>Apostolova</a:t>
              </a:r>
              <a:r>
                <a:rPr lang="en-US" sz="1300" dirty="0">
                  <a:solidFill>
                    <a:srgbClr val="FFFFFF"/>
                  </a:solidFill>
                  <a:latin typeface="Amasis MT Pro Medium"/>
                </a:rPr>
                <a:t>, 9.B</a:t>
              </a:r>
              <a:endParaRPr lang="uk-UA" sz="1300">
                <a:solidFill>
                  <a:srgbClr val="FFFFFF"/>
                </a:solidFill>
                <a:latin typeface="Amasis MT Pro Medium" panose="02040604050005020304" pitchFamily="18" charset="0"/>
              </a:endParaRPr>
            </a:p>
          </p:txBody>
        </p:sp>
      </p:grpSp>
      <p:grpSp>
        <p:nvGrpSpPr>
          <p:cNvPr id="33" name="Google Shape;420;p21">
            <a:extLst>
              <a:ext uri="{FF2B5EF4-FFF2-40B4-BE49-F238E27FC236}">
                <a16:creationId xmlns:a16="http://schemas.microsoft.com/office/drawing/2014/main" id="{9969DB51-B6B1-C5F5-519F-53531066BEFF}"/>
              </a:ext>
            </a:extLst>
          </p:cNvPr>
          <p:cNvGrpSpPr/>
          <p:nvPr/>
        </p:nvGrpSpPr>
        <p:grpSpPr>
          <a:xfrm>
            <a:off x="4599265" y="966438"/>
            <a:ext cx="2118646" cy="3409006"/>
            <a:chOff x="2669153" y="1300654"/>
            <a:chExt cx="1740441" cy="3124109"/>
          </a:xfrm>
        </p:grpSpPr>
        <p:sp>
          <p:nvSpPr>
            <p:cNvPr id="34" name="Google Shape;421;p21">
              <a:extLst>
                <a:ext uri="{FF2B5EF4-FFF2-40B4-BE49-F238E27FC236}">
                  <a16:creationId xmlns:a16="http://schemas.microsoft.com/office/drawing/2014/main" id="{7B1967E8-7900-D040-3D6D-73BC59239D7E}"/>
                </a:ext>
              </a:extLst>
            </p:cNvPr>
            <p:cNvSpPr/>
            <p:nvPr/>
          </p:nvSpPr>
          <p:spPr>
            <a:xfrm rot="10800000" flipH="1">
              <a:off x="2669162" y="2015463"/>
              <a:ext cx="1740432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424;p21">
              <a:extLst>
                <a:ext uri="{FF2B5EF4-FFF2-40B4-BE49-F238E27FC236}">
                  <a16:creationId xmlns:a16="http://schemas.microsoft.com/office/drawing/2014/main" id="{8A6216F6-FC34-CDFD-C744-A5C0A3B2E483}"/>
                </a:ext>
              </a:extLst>
            </p:cNvPr>
            <p:cNvSpPr/>
            <p:nvPr/>
          </p:nvSpPr>
          <p:spPr>
            <a:xfrm>
              <a:off x="2669153" y="1300654"/>
              <a:ext cx="1740433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59B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00" dirty="0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Vsevolod </a:t>
              </a:r>
              <a:r>
                <a:rPr lang="en-US" sz="1300" err="1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Bolotov</a:t>
              </a:r>
              <a:r>
                <a:rPr lang="en-US" sz="1300" dirty="0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, 9.V</a:t>
              </a:r>
              <a:endParaRPr lang="uk-UA" sz="1300">
                <a:solidFill>
                  <a:schemeClr val="lt1"/>
                </a:solidFill>
                <a:latin typeface="Amasis MT Pro Medium"/>
              </a:endParaRPr>
            </a:p>
          </p:txBody>
        </p:sp>
      </p:grpSp>
      <p:grpSp>
        <p:nvGrpSpPr>
          <p:cNvPr id="38" name="Google Shape;420;p21">
            <a:extLst>
              <a:ext uri="{FF2B5EF4-FFF2-40B4-BE49-F238E27FC236}">
                <a16:creationId xmlns:a16="http://schemas.microsoft.com/office/drawing/2014/main" id="{BFCBBE70-2A6A-D221-01CF-90649A33C37E}"/>
              </a:ext>
            </a:extLst>
          </p:cNvPr>
          <p:cNvGrpSpPr/>
          <p:nvPr/>
        </p:nvGrpSpPr>
        <p:grpSpPr>
          <a:xfrm>
            <a:off x="6836539" y="966438"/>
            <a:ext cx="2211321" cy="3409006"/>
            <a:chOff x="2669153" y="1300654"/>
            <a:chExt cx="1740441" cy="3124109"/>
          </a:xfrm>
        </p:grpSpPr>
        <p:sp>
          <p:nvSpPr>
            <p:cNvPr id="39" name="Google Shape;421;p21">
              <a:extLst>
                <a:ext uri="{FF2B5EF4-FFF2-40B4-BE49-F238E27FC236}">
                  <a16:creationId xmlns:a16="http://schemas.microsoft.com/office/drawing/2014/main" id="{D0025CB7-68FA-EB72-10F3-F827ED56F389}"/>
                </a:ext>
              </a:extLst>
            </p:cNvPr>
            <p:cNvSpPr/>
            <p:nvPr/>
          </p:nvSpPr>
          <p:spPr>
            <a:xfrm rot="10800000" flipH="1">
              <a:off x="2669162" y="2015463"/>
              <a:ext cx="1740432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22;p21">
              <a:extLst>
                <a:ext uri="{FF2B5EF4-FFF2-40B4-BE49-F238E27FC236}">
                  <a16:creationId xmlns:a16="http://schemas.microsoft.com/office/drawing/2014/main" id="{BA51477C-0BB2-404B-FA19-3070C3E3B212}"/>
                </a:ext>
              </a:extLst>
            </p:cNvPr>
            <p:cNvSpPr txBox="1"/>
            <p:nvPr/>
          </p:nvSpPr>
          <p:spPr>
            <a:xfrm>
              <a:off x="2697094" y="3751011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605FA6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Designer</a:t>
              </a:r>
              <a:endParaRPr sz="1700" dirty="0">
                <a:solidFill>
                  <a:srgbClr val="605FA6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" name="Google Shape;424;p21">
              <a:extLst>
                <a:ext uri="{FF2B5EF4-FFF2-40B4-BE49-F238E27FC236}">
                  <a16:creationId xmlns:a16="http://schemas.microsoft.com/office/drawing/2014/main" id="{27346B54-A201-A809-BAA4-C6324B8AABBF}"/>
                </a:ext>
              </a:extLst>
            </p:cNvPr>
            <p:cNvSpPr/>
            <p:nvPr/>
          </p:nvSpPr>
          <p:spPr>
            <a:xfrm>
              <a:off x="2669153" y="1300654"/>
              <a:ext cx="1740433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605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00" err="1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Radostin</a:t>
              </a:r>
              <a:r>
                <a:rPr lang="en-US" sz="1300" dirty="0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US" sz="1300" err="1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Dimkirichev</a:t>
              </a:r>
              <a:r>
                <a:rPr lang="en-US" sz="1300" dirty="0">
                  <a:solidFill>
                    <a:schemeClr val="lt1"/>
                  </a:solidFill>
                  <a:latin typeface="Amasis MT Pro Medium"/>
                  <a:ea typeface="Fira Sans Extra Condensed Medium"/>
                  <a:cs typeface="Fira Sans Extra Condensed Medium"/>
                  <a:sym typeface="Fira Sans Extra Condensed Medium"/>
                </a:rPr>
                <a:t>, 9.A</a:t>
              </a:r>
              <a:endParaRPr lang="uk-UA" sz="1300">
                <a:solidFill>
                  <a:schemeClr val="lt1"/>
                </a:solidFill>
                <a:latin typeface="Amasis MT Pro Medium" panose="02040604050005020304" pitchFamily="18" charset="0"/>
              </a:endParaRPr>
            </a:p>
          </p:txBody>
        </p:sp>
      </p:grpSp>
      <p:sp>
        <p:nvSpPr>
          <p:cNvPr id="43" name="Google Shape;422;p21">
            <a:extLst>
              <a:ext uri="{FF2B5EF4-FFF2-40B4-BE49-F238E27FC236}">
                <a16:creationId xmlns:a16="http://schemas.microsoft.com/office/drawing/2014/main" id="{1979ADCC-6672-B200-5812-3DFE6A0FAA00}"/>
              </a:ext>
            </a:extLst>
          </p:cNvPr>
          <p:cNvSpPr txBox="1"/>
          <p:nvPr/>
        </p:nvSpPr>
        <p:spPr>
          <a:xfrm>
            <a:off x="4605146" y="3444747"/>
            <a:ext cx="2112755" cy="86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59BBB7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Back-end Developer</a:t>
            </a:r>
            <a:endParaRPr sz="1700" dirty="0">
              <a:solidFill>
                <a:srgbClr val="59BBB7"/>
              </a:solidFill>
              <a:latin typeface="Amasis MT Pro Medium" panose="02040604050005020304" pitchFamily="18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255;p19">
            <a:extLst>
              <a:ext uri="{FF2B5EF4-FFF2-40B4-BE49-F238E27FC236}">
                <a16:creationId xmlns:a16="http://schemas.microsoft.com/office/drawing/2014/main" id="{D705B8C8-F8C7-58C3-8ADE-708341C46EC3}"/>
              </a:ext>
            </a:extLst>
          </p:cNvPr>
          <p:cNvGrpSpPr/>
          <p:nvPr/>
        </p:nvGrpSpPr>
        <p:grpSpPr>
          <a:xfrm>
            <a:off x="3433276" y="2290742"/>
            <a:ext cx="5122777" cy="965734"/>
            <a:chOff x="3433276" y="2290742"/>
            <a:chExt cx="5122777" cy="965734"/>
          </a:xfrm>
        </p:grpSpPr>
        <p:sp>
          <p:nvSpPr>
            <p:cNvPr id="5" name="Google Shape;256;p19">
              <a:extLst>
                <a:ext uri="{FF2B5EF4-FFF2-40B4-BE49-F238E27FC236}">
                  <a16:creationId xmlns:a16="http://schemas.microsoft.com/office/drawing/2014/main" id="{760BF874-3A91-5C05-57BD-19AD91E91B80}"/>
                </a:ext>
              </a:extLst>
            </p:cNvPr>
            <p:cNvSpPr/>
            <p:nvPr/>
          </p:nvSpPr>
          <p:spPr>
            <a:xfrm rot="-5400000">
              <a:off x="4121626" y="1720926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59B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57;p19">
              <a:extLst>
                <a:ext uri="{FF2B5EF4-FFF2-40B4-BE49-F238E27FC236}">
                  <a16:creationId xmlns:a16="http://schemas.microsoft.com/office/drawing/2014/main" id="{8901EDED-EE52-E085-386D-5A34BA8FC2AE}"/>
                </a:ext>
              </a:extLst>
            </p:cNvPr>
            <p:cNvSpPr/>
            <p:nvPr/>
          </p:nvSpPr>
          <p:spPr>
            <a:xfrm>
              <a:off x="4288175" y="2639976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605F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800" dirty="0">
                  <a:solidFill>
                    <a:srgbClr val="59BBB7"/>
                  </a:solidFill>
                  <a:latin typeface="Amasis MT Pro Medium" panose="02040604050005020304" pitchFamily="18" charset="0"/>
                  <a:cs typeface="Arial" panose="020B0604020202020204" pitchFamily="34" charset="0"/>
                </a:rPr>
                <a:t>Functionality</a:t>
              </a:r>
              <a:endParaRPr sz="1800" dirty="0">
                <a:solidFill>
                  <a:srgbClr val="59BBB7"/>
                </a:solidFill>
                <a:latin typeface="Amasis MT Pro Medium" panose="020406040500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6" name="Google Shape;258;p19">
              <a:extLst>
                <a:ext uri="{FF2B5EF4-FFF2-40B4-BE49-F238E27FC236}">
                  <a16:creationId xmlns:a16="http://schemas.microsoft.com/office/drawing/2014/main" id="{5EAB5ECD-7638-4A11-3A78-CDF36E06B77D}"/>
                </a:ext>
              </a:extLst>
            </p:cNvPr>
            <p:cNvSpPr txBox="1"/>
            <p:nvPr/>
          </p:nvSpPr>
          <p:spPr>
            <a:xfrm>
              <a:off x="6209875" y="2290742"/>
              <a:ext cx="2346178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Amasis MT Pro Medium" panose="02040604050005020304" pitchFamily="18" charset="0"/>
                  <a:ea typeface="Roboto"/>
                  <a:cs typeface="Roboto"/>
                  <a:sym typeface="Roboto"/>
                </a:rPr>
                <a:t>Clean and understandable formatting</a:t>
              </a:r>
              <a:endParaRPr sz="1800" dirty="0">
                <a:latin typeface="Amasis MT Pro Medium" panose="02040604050005020304" pitchFamily="18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" name="Google Shape;259;p19">
            <a:extLst>
              <a:ext uri="{FF2B5EF4-FFF2-40B4-BE49-F238E27FC236}">
                <a16:creationId xmlns:a16="http://schemas.microsoft.com/office/drawing/2014/main" id="{642C37E9-B2FD-8792-23B2-22894506563C}"/>
              </a:ext>
            </a:extLst>
          </p:cNvPr>
          <p:cNvGrpSpPr/>
          <p:nvPr/>
        </p:nvGrpSpPr>
        <p:grpSpPr>
          <a:xfrm>
            <a:off x="3433276" y="3545638"/>
            <a:ext cx="5000499" cy="847200"/>
            <a:chOff x="3433276" y="3545638"/>
            <a:chExt cx="5000499" cy="847200"/>
          </a:xfrm>
        </p:grpSpPr>
        <p:sp>
          <p:nvSpPr>
            <p:cNvPr id="18" name="Google Shape;260;p19">
              <a:extLst>
                <a:ext uri="{FF2B5EF4-FFF2-40B4-BE49-F238E27FC236}">
                  <a16:creationId xmlns:a16="http://schemas.microsoft.com/office/drawing/2014/main" id="{B268C1AF-D7B0-D03B-52C3-8A124E277881}"/>
                </a:ext>
              </a:extLst>
            </p:cNvPr>
            <p:cNvSpPr/>
            <p:nvPr/>
          </p:nvSpPr>
          <p:spPr>
            <a:xfrm rot="-5400000">
              <a:off x="4121626" y="2857288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DA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261;p19">
              <a:extLst>
                <a:ext uri="{FF2B5EF4-FFF2-40B4-BE49-F238E27FC236}">
                  <a16:creationId xmlns:a16="http://schemas.microsoft.com/office/drawing/2014/main" id="{28DC150C-D5A7-FB28-BB2C-942368620C6A}"/>
                </a:ext>
              </a:extLst>
            </p:cNvPr>
            <p:cNvSpPr/>
            <p:nvPr/>
          </p:nvSpPr>
          <p:spPr>
            <a:xfrm>
              <a:off x="4288175" y="3776338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4E6B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800" dirty="0">
                  <a:solidFill>
                    <a:srgbClr val="4DA3C6"/>
                  </a:solidFill>
                  <a:latin typeface="Amasis MT Pro Medium" panose="02040604050005020304" pitchFamily="18" charset="0"/>
                </a:rPr>
                <a:t>Classics</a:t>
              </a:r>
              <a:endParaRPr sz="1800" dirty="0">
                <a:solidFill>
                  <a:srgbClr val="4DA3C6"/>
                </a:solidFill>
                <a:latin typeface="Amasis MT Pro Medium" panose="02040604050005020304" pitchFamily="18" charset="0"/>
              </a:endParaRPr>
            </a:p>
          </p:txBody>
        </p:sp>
        <p:sp>
          <p:nvSpPr>
            <p:cNvPr id="20" name="Google Shape;262;p19">
              <a:extLst>
                <a:ext uri="{FF2B5EF4-FFF2-40B4-BE49-F238E27FC236}">
                  <a16:creationId xmlns:a16="http://schemas.microsoft.com/office/drawing/2014/main" id="{A9024D1B-B057-656F-5788-358425B94319}"/>
                </a:ext>
              </a:extLst>
            </p:cNvPr>
            <p:cNvSpPr txBox="1"/>
            <p:nvPr/>
          </p:nvSpPr>
          <p:spPr>
            <a:xfrm>
              <a:off x="6346975" y="3601802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Amasis MT Pro Medium" panose="02040604050005020304" pitchFamily="18" charset="0"/>
                  <a:ea typeface="Roboto"/>
                  <a:cs typeface="Roboto"/>
                  <a:sym typeface="Roboto"/>
                </a:rPr>
                <a:t>Includes classic games everyone loves</a:t>
              </a:r>
              <a:endParaRPr sz="1800" dirty="0">
                <a:latin typeface="Amasis MT Pro Medium" panose="02040604050005020304" pitchFamily="18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" name="Google Shape;263;p19">
            <a:extLst>
              <a:ext uri="{FF2B5EF4-FFF2-40B4-BE49-F238E27FC236}">
                <a16:creationId xmlns:a16="http://schemas.microsoft.com/office/drawing/2014/main" id="{E43FAE17-767A-956E-5956-F58982001937}"/>
              </a:ext>
            </a:extLst>
          </p:cNvPr>
          <p:cNvGrpSpPr/>
          <p:nvPr/>
        </p:nvGrpSpPr>
        <p:grpSpPr>
          <a:xfrm>
            <a:off x="3433276" y="1272915"/>
            <a:ext cx="4976689" cy="847200"/>
            <a:chOff x="3433276" y="1272915"/>
            <a:chExt cx="4976689" cy="847200"/>
          </a:xfrm>
        </p:grpSpPr>
        <p:sp>
          <p:nvSpPr>
            <p:cNvPr id="22" name="Google Shape;264;p19">
              <a:extLst>
                <a:ext uri="{FF2B5EF4-FFF2-40B4-BE49-F238E27FC236}">
                  <a16:creationId xmlns:a16="http://schemas.microsoft.com/office/drawing/2014/main" id="{68E6EFF8-4186-C4F5-28F1-92A3FAA890A8}"/>
                </a:ext>
              </a:extLst>
            </p:cNvPr>
            <p:cNvSpPr/>
            <p:nvPr/>
          </p:nvSpPr>
          <p:spPr>
            <a:xfrm rot="-5400000">
              <a:off x="4121626" y="584565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6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65;p19">
              <a:extLst>
                <a:ext uri="{FF2B5EF4-FFF2-40B4-BE49-F238E27FC236}">
                  <a16:creationId xmlns:a16="http://schemas.microsoft.com/office/drawing/2014/main" id="{AFE2EBC5-027E-A3B4-ACD6-F49A83489120}"/>
                </a:ext>
              </a:extLst>
            </p:cNvPr>
            <p:cNvSpPr/>
            <p:nvPr/>
          </p:nvSpPr>
          <p:spPr>
            <a:xfrm>
              <a:off x="4288175" y="1503615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59BB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800" dirty="0">
                  <a:solidFill>
                    <a:srgbClr val="4E6BB0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Entertainment</a:t>
              </a:r>
              <a:endParaRPr sz="1800" dirty="0">
                <a:solidFill>
                  <a:srgbClr val="4E6BB0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4" name="Google Shape;266;p19">
              <a:extLst>
                <a:ext uri="{FF2B5EF4-FFF2-40B4-BE49-F238E27FC236}">
                  <a16:creationId xmlns:a16="http://schemas.microsoft.com/office/drawing/2014/main" id="{422D2216-9E1C-EEF4-83FF-43D92A55B81E}"/>
                </a:ext>
              </a:extLst>
            </p:cNvPr>
            <p:cNvSpPr txBox="1"/>
            <p:nvPr/>
          </p:nvSpPr>
          <p:spPr>
            <a:xfrm>
              <a:off x="6186065" y="1337860"/>
              <a:ext cx="2223900" cy="551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Amasis MT Pro Medium" panose="02040604050005020304" pitchFamily="18" charset="0"/>
                  <a:ea typeface="Roboto"/>
                  <a:cs typeface="Roboto"/>
                  <a:sym typeface="Roboto"/>
                </a:rPr>
                <a:t>Fun games to choose from</a:t>
              </a:r>
              <a:endParaRPr sz="1800" dirty="0">
                <a:latin typeface="Amasis MT Pro Medium" panose="02040604050005020304" pitchFamily="18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" name="Google Shape;283;p19">
            <a:extLst>
              <a:ext uri="{FF2B5EF4-FFF2-40B4-BE49-F238E27FC236}">
                <a16:creationId xmlns:a16="http://schemas.microsoft.com/office/drawing/2014/main" id="{D6C20EDB-59A9-C255-65D1-969A2F8F9AED}"/>
              </a:ext>
            </a:extLst>
          </p:cNvPr>
          <p:cNvGrpSpPr/>
          <p:nvPr/>
        </p:nvGrpSpPr>
        <p:grpSpPr>
          <a:xfrm>
            <a:off x="646778" y="1696445"/>
            <a:ext cx="2524072" cy="2272942"/>
            <a:chOff x="646778" y="1696445"/>
            <a:chExt cx="2524072" cy="2272942"/>
          </a:xfrm>
        </p:grpSpPr>
        <p:grpSp>
          <p:nvGrpSpPr>
            <p:cNvPr id="26" name="Google Shape;284;p19">
              <a:extLst>
                <a:ext uri="{FF2B5EF4-FFF2-40B4-BE49-F238E27FC236}">
                  <a16:creationId xmlns:a16="http://schemas.microsoft.com/office/drawing/2014/main" id="{E4E86F49-1694-C484-4B0D-CCA8B754C517}"/>
                </a:ext>
              </a:extLst>
            </p:cNvPr>
            <p:cNvGrpSpPr/>
            <p:nvPr/>
          </p:nvGrpSpPr>
          <p:grpSpPr>
            <a:xfrm>
              <a:off x="2288356" y="1696445"/>
              <a:ext cx="882450" cy="1136250"/>
              <a:chOff x="2288356" y="1696445"/>
              <a:chExt cx="882450" cy="1136250"/>
            </a:xfrm>
          </p:grpSpPr>
          <p:sp>
            <p:nvSpPr>
              <p:cNvPr id="35" name="Google Shape;285;p19">
                <a:extLst>
                  <a:ext uri="{FF2B5EF4-FFF2-40B4-BE49-F238E27FC236}">
                    <a16:creationId xmlns:a16="http://schemas.microsoft.com/office/drawing/2014/main" id="{788BD18F-64D6-E02F-3126-F627C153D9F4}"/>
                  </a:ext>
                </a:extLst>
              </p:cNvPr>
              <p:cNvSpPr/>
              <p:nvPr/>
            </p:nvSpPr>
            <p:spPr>
              <a:xfrm flipH="1">
                <a:off x="2288356" y="1696445"/>
                <a:ext cx="773700" cy="7737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6" name="Google Shape;286;p19">
                <a:extLst>
                  <a:ext uri="{FF2B5EF4-FFF2-40B4-BE49-F238E27FC236}">
                    <a16:creationId xmlns:a16="http://schemas.microsoft.com/office/drawing/2014/main" id="{EF6D9F27-FD87-DE38-6418-12ECA6337D98}"/>
                  </a:ext>
                </a:extLst>
              </p:cNvPr>
              <p:cNvCxnSpPr>
                <a:stCxn id="35" idx="0"/>
              </p:cNvCxnSpPr>
              <p:nvPr/>
            </p:nvCxnSpPr>
            <p:spPr>
              <a:xfrm>
                <a:off x="2675206" y="1696445"/>
                <a:ext cx="495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7" name="Google Shape;287;p19">
                <a:extLst>
                  <a:ext uri="{FF2B5EF4-FFF2-40B4-BE49-F238E27FC236}">
                    <a16:creationId xmlns:a16="http://schemas.microsoft.com/office/drawing/2014/main" id="{5E21476D-1FAA-80D6-34AE-5CD61E638486}"/>
                  </a:ext>
                </a:extLst>
              </p:cNvPr>
              <p:cNvCxnSpPr>
                <a:stCxn id="35" idx="2"/>
              </p:cNvCxnSpPr>
              <p:nvPr/>
            </p:nvCxnSpPr>
            <p:spPr>
              <a:xfrm>
                <a:off x="2288356" y="2083295"/>
                <a:ext cx="0" cy="749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" name="Google Shape;288;p19">
              <a:extLst>
                <a:ext uri="{FF2B5EF4-FFF2-40B4-BE49-F238E27FC236}">
                  <a16:creationId xmlns:a16="http://schemas.microsoft.com/office/drawing/2014/main" id="{053CAD18-00A7-3D31-1C33-479B11B7CAD1}"/>
                </a:ext>
              </a:extLst>
            </p:cNvPr>
            <p:cNvGrpSpPr/>
            <p:nvPr/>
          </p:nvGrpSpPr>
          <p:grpSpPr>
            <a:xfrm>
              <a:off x="2288412" y="2832906"/>
              <a:ext cx="882422" cy="1136481"/>
              <a:chOff x="7009125" y="3265500"/>
              <a:chExt cx="565800" cy="728700"/>
            </a:xfrm>
          </p:grpSpPr>
          <p:sp>
            <p:nvSpPr>
              <p:cNvPr id="32" name="Google Shape;289;p19">
                <a:extLst>
                  <a:ext uri="{FF2B5EF4-FFF2-40B4-BE49-F238E27FC236}">
                    <a16:creationId xmlns:a16="http://schemas.microsoft.com/office/drawing/2014/main" id="{86965010-D2F4-03F4-6728-984C460293CD}"/>
                  </a:ext>
                </a:extLst>
              </p:cNvPr>
              <p:cNvSpPr/>
              <p:nvPr/>
            </p:nvSpPr>
            <p:spPr>
              <a:xfrm rot="10800000">
                <a:off x="7009125" y="3498000"/>
                <a:ext cx="496200" cy="4962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" name="Google Shape;290;p19">
                <a:extLst>
                  <a:ext uri="{FF2B5EF4-FFF2-40B4-BE49-F238E27FC236}">
                    <a16:creationId xmlns:a16="http://schemas.microsoft.com/office/drawing/2014/main" id="{17BE77A9-3E48-659D-6F7C-548E6F69F89E}"/>
                  </a:ext>
                </a:extLst>
              </p:cNvPr>
              <p:cNvCxnSpPr>
                <a:stCxn id="32" idx="0"/>
              </p:cNvCxnSpPr>
              <p:nvPr/>
            </p:nvCxnSpPr>
            <p:spPr>
              <a:xfrm>
                <a:off x="7257225" y="3994200"/>
                <a:ext cx="3177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" name="Google Shape;291;p19">
                <a:extLst>
                  <a:ext uri="{FF2B5EF4-FFF2-40B4-BE49-F238E27FC236}">
                    <a16:creationId xmlns:a16="http://schemas.microsoft.com/office/drawing/2014/main" id="{C5B82E14-0BCD-4F73-54C9-745F8A54C22B}"/>
                  </a:ext>
                </a:extLst>
              </p:cNvPr>
              <p:cNvCxnSpPr>
                <a:stCxn id="32" idx="2"/>
              </p:cNvCxnSpPr>
              <p:nvPr/>
            </p:nvCxnSpPr>
            <p:spPr>
              <a:xfrm rot="10800000">
                <a:off x="7009125" y="3265500"/>
                <a:ext cx="0" cy="480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8" name="Google Shape;292;p19">
              <a:extLst>
                <a:ext uri="{FF2B5EF4-FFF2-40B4-BE49-F238E27FC236}">
                  <a16:creationId xmlns:a16="http://schemas.microsoft.com/office/drawing/2014/main" id="{C1B924FB-EF22-12B3-37AA-52296C7C9CFF}"/>
                </a:ext>
              </a:extLst>
            </p:cNvPr>
            <p:cNvCxnSpPr/>
            <p:nvPr/>
          </p:nvCxnSpPr>
          <p:spPr>
            <a:xfrm>
              <a:off x="1602150" y="2832788"/>
              <a:ext cx="15687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9" name="Google Shape;293;p19">
              <a:extLst>
                <a:ext uri="{FF2B5EF4-FFF2-40B4-BE49-F238E27FC236}">
                  <a16:creationId xmlns:a16="http://schemas.microsoft.com/office/drawing/2014/main" id="{0ECEF222-6AC5-C6E0-D2D5-03C7E3E130D2}"/>
                </a:ext>
              </a:extLst>
            </p:cNvPr>
            <p:cNvSpPr/>
            <p:nvPr/>
          </p:nvSpPr>
          <p:spPr>
            <a:xfrm>
              <a:off x="2215781" y="2760409"/>
              <a:ext cx="144900" cy="144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94;p19">
              <a:extLst>
                <a:ext uri="{FF2B5EF4-FFF2-40B4-BE49-F238E27FC236}">
                  <a16:creationId xmlns:a16="http://schemas.microsoft.com/office/drawing/2014/main" id="{44ECDF47-919B-9C85-2445-E98B94460302}"/>
                </a:ext>
              </a:extLst>
            </p:cNvPr>
            <p:cNvSpPr/>
            <p:nvPr/>
          </p:nvSpPr>
          <p:spPr>
            <a:xfrm>
              <a:off x="646778" y="2120115"/>
              <a:ext cx="1420850" cy="1425522"/>
            </a:xfrm>
            <a:prstGeom prst="ellipse">
              <a:avLst/>
            </a:prstGeom>
            <a:solidFill>
              <a:srgbClr val="5839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295;p19">
              <a:extLst>
                <a:ext uri="{FF2B5EF4-FFF2-40B4-BE49-F238E27FC236}">
                  <a16:creationId xmlns:a16="http://schemas.microsoft.com/office/drawing/2014/main" id="{D2442BBF-DAE8-F47F-0A2A-18568CC4107D}"/>
                </a:ext>
              </a:extLst>
            </p:cNvPr>
            <p:cNvSpPr/>
            <p:nvPr/>
          </p:nvSpPr>
          <p:spPr>
            <a:xfrm>
              <a:off x="724198" y="2255520"/>
              <a:ext cx="1270855" cy="12009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 dirty="0">
                  <a:solidFill>
                    <a:schemeClr val="accent6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Our project</a:t>
              </a:r>
              <a:endParaRPr sz="1700" dirty="0">
                <a:solidFill>
                  <a:schemeClr val="accent6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38" name="Google Shape;495;p23">
            <a:extLst>
              <a:ext uri="{FF2B5EF4-FFF2-40B4-BE49-F238E27FC236}">
                <a16:creationId xmlns:a16="http://schemas.microsoft.com/office/drawing/2014/main" id="{B322CEFC-ECD3-E93D-45AC-2E8071B9171F}"/>
              </a:ext>
            </a:extLst>
          </p:cNvPr>
          <p:cNvGrpSpPr/>
          <p:nvPr/>
        </p:nvGrpSpPr>
        <p:grpSpPr>
          <a:xfrm>
            <a:off x="3700397" y="1501651"/>
            <a:ext cx="388712" cy="389587"/>
            <a:chOff x="2280029" y="1970604"/>
            <a:chExt cx="353631" cy="354395"/>
          </a:xfrm>
        </p:grpSpPr>
        <p:sp>
          <p:nvSpPr>
            <p:cNvPr id="39" name="Google Shape;496;p23">
              <a:extLst>
                <a:ext uri="{FF2B5EF4-FFF2-40B4-BE49-F238E27FC236}">
                  <a16:creationId xmlns:a16="http://schemas.microsoft.com/office/drawing/2014/main" id="{3A680645-2367-CF45-6EF0-A88619E29FE0}"/>
                </a:ext>
              </a:extLst>
            </p:cNvPr>
            <p:cNvSpPr/>
            <p:nvPr/>
          </p:nvSpPr>
          <p:spPr>
            <a:xfrm>
              <a:off x="2309981" y="2069086"/>
              <a:ext cx="323679" cy="255913"/>
            </a:xfrm>
            <a:custGeom>
              <a:avLst/>
              <a:gdLst/>
              <a:ahLst/>
              <a:cxnLst/>
              <a:rect l="l" t="t" r="r" b="b"/>
              <a:pathLst>
                <a:path w="10169" h="8040" extrusionOk="0">
                  <a:moveTo>
                    <a:pt x="9473" y="0"/>
                  </a:moveTo>
                  <a:cubicBezTo>
                    <a:pt x="9451" y="0"/>
                    <a:pt x="9428" y="5"/>
                    <a:pt x="9406" y="14"/>
                  </a:cubicBezTo>
                  <a:cubicBezTo>
                    <a:pt x="9335" y="62"/>
                    <a:pt x="9287" y="157"/>
                    <a:pt x="9335" y="240"/>
                  </a:cubicBezTo>
                  <a:cubicBezTo>
                    <a:pt x="9656" y="943"/>
                    <a:pt x="9835" y="1705"/>
                    <a:pt x="9835" y="2491"/>
                  </a:cubicBezTo>
                  <a:cubicBezTo>
                    <a:pt x="9835" y="3884"/>
                    <a:pt x="9287" y="5193"/>
                    <a:pt x="8299" y="6194"/>
                  </a:cubicBezTo>
                  <a:cubicBezTo>
                    <a:pt x="7323" y="7182"/>
                    <a:pt x="6001" y="7729"/>
                    <a:pt x="4596" y="7729"/>
                  </a:cubicBezTo>
                  <a:cubicBezTo>
                    <a:pt x="3763" y="7729"/>
                    <a:pt x="2977" y="7539"/>
                    <a:pt x="2251" y="7158"/>
                  </a:cubicBezTo>
                  <a:cubicBezTo>
                    <a:pt x="1632" y="6848"/>
                    <a:pt x="1084" y="6420"/>
                    <a:pt x="620" y="5896"/>
                  </a:cubicBezTo>
                  <a:lnTo>
                    <a:pt x="620" y="5896"/>
                  </a:lnTo>
                  <a:lnTo>
                    <a:pt x="1263" y="6110"/>
                  </a:lnTo>
                  <a:cubicBezTo>
                    <a:pt x="1279" y="6114"/>
                    <a:pt x="1295" y="6116"/>
                    <a:pt x="1311" y="6116"/>
                  </a:cubicBezTo>
                  <a:cubicBezTo>
                    <a:pt x="1385" y="6116"/>
                    <a:pt x="1447" y="6072"/>
                    <a:pt x="1477" y="6003"/>
                  </a:cubicBezTo>
                  <a:cubicBezTo>
                    <a:pt x="1501" y="5908"/>
                    <a:pt x="1453" y="5824"/>
                    <a:pt x="1370" y="5789"/>
                  </a:cubicBezTo>
                  <a:lnTo>
                    <a:pt x="203" y="5408"/>
                  </a:lnTo>
                  <a:cubicBezTo>
                    <a:pt x="187" y="5405"/>
                    <a:pt x="171" y="5403"/>
                    <a:pt x="156" y="5403"/>
                  </a:cubicBezTo>
                  <a:cubicBezTo>
                    <a:pt x="114" y="5403"/>
                    <a:pt x="77" y="5414"/>
                    <a:pt x="60" y="5432"/>
                  </a:cubicBezTo>
                  <a:cubicBezTo>
                    <a:pt x="12" y="5467"/>
                    <a:pt x="0" y="5527"/>
                    <a:pt x="0" y="5586"/>
                  </a:cubicBezTo>
                  <a:lnTo>
                    <a:pt x="191" y="6944"/>
                  </a:lnTo>
                  <a:cubicBezTo>
                    <a:pt x="203" y="7015"/>
                    <a:pt x="262" y="7075"/>
                    <a:pt x="358" y="7075"/>
                  </a:cubicBezTo>
                  <a:lnTo>
                    <a:pt x="381" y="7075"/>
                  </a:lnTo>
                  <a:cubicBezTo>
                    <a:pt x="477" y="7063"/>
                    <a:pt x="536" y="6979"/>
                    <a:pt x="524" y="6896"/>
                  </a:cubicBezTo>
                  <a:lnTo>
                    <a:pt x="417" y="6134"/>
                  </a:lnTo>
                  <a:lnTo>
                    <a:pt x="417" y="6134"/>
                  </a:lnTo>
                  <a:cubicBezTo>
                    <a:pt x="893" y="6670"/>
                    <a:pt x="1453" y="7122"/>
                    <a:pt x="2096" y="7444"/>
                  </a:cubicBezTo>
                  <a:cubicBezTo>
                    <a:pt x="2870" y="7849"/>
                    <a:pt x="3715" y="8039"/>
                    <a:pt x="4596" y="8039"/>
                  </a:cubicBezTo>
                  <a:cubicBezTo>
                    <a:pt x="6085" y="8039"/>
                    <a:pt x="7490" y="7456"/>
                    <a:pt x="8525" y="6420"/>
                  </a:cubicBezTo>
                  <a:cubicBezTo>
                    <a:pt x="9585" y="5360"/>
                    <a:pt x="10145" y="3979"/>
                    <a:pt x="10145" y="2491"/>
                  </a:cubicBezTo>
                  <a:cubicBezTo>
                    <a:pt x="10168" y="1645"/>
                    <a:pt x="9990" y="836"/>
                    <a:pt x="9633" y="98"/>
                  </a:cubicBezTo>
                  <a:cubicBezTo>
                    <a:pt x="9597" y="36"/>
                    <a:pt x="9536" y="0"/>
                    <a:pt x="9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97;p23">
              <a:extLst>
                <a:ext uri="{FF2B5EF4-FFF2-40B4-BE49-F238E27FC236}">
                  <a16:creationId xmlns:a16="http://schemas.microsoft.com/office/drawing/2014/main" id="{D1F7C062-34E4-5609-8A08-2FA0BDD18BAA}"/>
                </a:ext>
              </a:extLst>
            </p:cNvPr>
            <p:cNvSpPr/>
            <p:nvPr/>
          </p:nvSpPr>
          <p:spPr>
            <a:xfrm>
              <a:off x="2280029" y="1970604"/>
              <a:ext cx="322565" cy="255468"/>
            </a:xfrm>
            <a:custGeom>
              <a:avLst/>
              <a:gdLst/>
              <a:ahLst/>
              <a:cxnLst/>
              <a:rect l="l" t="t" r="r" b="b"/>
              <a:pathLst>
                <a:path w="10134" h="8026" extrusionOk="0">
                  <a:moveTo>
                    <a:pt x="5549" y="1"/>
                  </a:moveTo>
                  <a:cubicBezTo>
                    <a:pt x="4061" y="1"/>
                    <a:pt x="2668" y="584"/>
                    <a:pt x="1620" y="1620"/>
                  </a:cubicBezTo>
                  <a:cubicBezTo>
                    <a:pt x="572" y="2680"/>
                    <a:pt x="1" y="4061"/>
                    <a:pt x="1" y="5549"/>
                  </a:cubicBezTo>
                  <a:cubicBezTo>
                    <a:pt x="1" y="6382"/>
                    <a:pt x="179" y="7192"/>
                    <a:pt x="537" y="7930"/>
                  </a:cubicBezTo>
                  <a:cubicBezTo>
                    <a:pt x="572" y="7990"/>
                    <a:pt x="632" y="8026"/>
                    <a:pt x="691" y="8026"/>
                  </a:cubicBezTo>
                  <a:cubicBezTo>
                    <a:pt x="715" y="8026"/>
                    <a:pt x="727" y="8026"/>
                    <a:pt x="763" y="8002"/>
                  </a:cubicBezTo>
                  <a:cubicBezTo>
                    <a:pt x="834" y="7966"/>
                    <a:pt x="882" y="7871"/>
                    <a:pt x="834" y="7787"/>
                  </a:cubicBezTo>
                  <a:cubicBezTo>
                    <a:pt x="513" y="7085"/>
                    <a:pt x="334" y="6323"/>
                    <a:pt x="334" y="5537"/>
                  </a:cubicBezTo>
                  <a:cubicBezTo>
                    <a:pt x="334" y="4132"/>
                    <a:pt x="882" y="2822"/>
                    <a:pt x="1858" y="1834"/>
                  </a:cubicBezTo>
                  <a:cubicBezTo>
                    <a:pt x="2846" y="834"/>
                    <a:pt x="4168" y="298"/>
                    <a:pt x="5573" y="298"/>
                  </a:cubicBezTo>
                  <a:cubicBezTo>
                    <a:pt x="7097" y="298"/>
                    <a:pt x="8550" y="965"/>
                    <a:pt x="9538" y="2132"/>
                  </a:cubicBezTo>
                  <a:lnTo>
                    <a:pt x="8907" y="1918"/>
                  </a:lnTo>
                  <a:cubicBezTo>
                    <a:pt x="8890" y="1913"/>
                    <a:pt x="8874" y="1911"/>
                    <a:pt x="8858" y="1911"/>
                  </a:cubicBezTo>
                  <a:cubicBezTo>
                    <a:pt x="8784" y="1911"/>
                    <a:pt x="8722" y="1956"/>
                    <a:pt x="8692" y="2025"/>
                  </a:cubicBezTo>
                  <a:cubicBezTo>
                    <a:pt x="8669" y="2120"/>
                    <a:pt x="8704" y="2203"/>
                    <a:pt x="8800" y="2227"/>
                  </a:cubicBezTo>
                  <a:lnTo>
                    <a:pt x="9955" y="2620"/>
                  </a:lnTo>
                  <a:cubicBezTo>
                    <a:pt x="9978" y="2620"/>
                    <a:pt x="9990" y="2632"/>
                    <a:pt x="10002" y="2632"/>
                  </a:cubicBezTo>
                  <a:cubicBezTo>
                    <a:pt x="10050" y="2632"/>
                    <a:pt x="10074" y="2620"/>
                    <a:pt x="10109" y="2596"/>
                  </a:cubicBezTo>
                  <a:cubicBezTo>
                    <a:pt x="10121" y="2572"/>
                    <a:pt x="10133" y="2513"/>
                    <a:pt x="10133" y="2453"/>
                  </a:cubicBezTo>
                  <a:lnTo>
                    <a:pt x="9943" y="1108"/>
                  </a:lnTo>
                  <a:cubicBezTo>
                    <a:pt x="9932" y="1021"/>
                    <a:pt x="9871" y="964"/>
                    <a:pt x="9788" y="964"/>
                  </a:cubicBezTo>
                  <a:cubicBezTo>
                    <a:pt x="9780" y="964"/>
                    <a:pt x="9772" y="964"/>
                    <a:pt x="9764" y="965"/>
                  </a:cubicBezTo>
                  <a:cubicBezTo>
                    <a:pt x="9681" y="989"/>
                    <a:pt x="9621" y="1060"/>
                    <a:pt x="9633" y="1144"/>
                  </a:cubicBezTo>
                  <a:lnTo>
                    <a:pt x="9740" y="1906"/>
                  </a:lnTo>
                  <a:cubicBezTo>
                    <a:pt x="8681" y="703"/>
                    <a:pt x="7157" y="1"/>
                    <a:pt x="5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98;p23">
              <a:extLst>
                <a:ext uri="{FF2B5EF4-FFF2-40B4-BE49-F238E27FC236}">
                  <a16:creationId xmlns:a16="http://schemas.microsoft.com/office/drawing/2014/main" id="{A20124D9-AD14-918B-F751-B529C952DB30}"/>
                </a:ext>
              </a:extLst>
            </p:cNvPr>
            <p:cNvSpPr/>
            <p:nvPr/>
          </p:nvSpPr>
          <p:spPr>
            <a:xfrm>
              <a:off x="2411169" y="2064598"/>
              <a:ext cx="17093" cy="26928"/>
            </a:xfrm>
            <a:custGeom>
              <a:avLst/>
              <a:gdLst/>
              <a:ahLst/>
              <a:cxnLst/>
              <a:rect l="l" t="t" r="r" b="b"/>
              <a:pathLst>
                <a:path w="537" h="846" extrusionOk="0">
                  <a:moveTo>
                    <a:pt x="358" y="0"/>
                  </a:moveTo>
                  <a:cubicBezTo>
                    <a:pt x="274" y="0"/>
                    <a:pt x="191" y="72"/>
                    <a:pt x="191" y="155"/>
                  </a:cubicBezTo>
                  <a:lnTo>
                    <a:pt x="191" y="453"/>
                  </a:lnTo>
                  <a:lnTo>
                    <a:pt x="72" y="572"/>
                  </a:lnTo>
                  <a:cubicBezTo>
                    <a:pt x="12" y="631"/>
                    <a:pt x="0" y="739"/>
                    <a:pt x="72" y="798"/>
                  </a:cubicBezTo>
                  <a:cubicBezTo>
                    <a:pt x="108" y="834"/>
                    <a:pt x="155" y="846"/>
                    <a:pt x="191" y="846"/>
                  </a:cubicBezTo>
                  <a:cubicBezTo>
                    <a:pt x="239" y="846"/>
                    <a:pt x="274" y="834"/>
                    <a:pt x="310" y="798"/>
                  </a:cubicBezTo>
                  <a:lnTo>
                    <a:pt x="489" y="631"/>
                  </a:lnTo>
                  <a:cubicBezTo>
                    <a:pt x="524" y="608"/>
                    <a:pt x="536" y="560"/>
                    <a:pt x="536" y="512"/>
                  </a:cubicBezTo>
                  <a:lnTo>
                    <a:pt x="524" y="155"/>
                  </a:lnTo>
                  <a:cubicBezTo>
                    <a:pt x="524" y="72"/>
                    <a:pt x="453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9;p23">
              <a:extLst>
                <a:ext uri="{FF2B5EF4-FFF2-40B4-BE49-F238E27FC236}">
                  <a16:creationId xmlns:a16="http://schemas.microsoft.com/office/drawing/2014/main" id="{AB5CDF25-8949-4D28-F1AC-D380CE6A86F6}"/>
                </a:ext>
              </a:extLst>
            </p:cNvPr>
            <p:cNvSpPr/>
            <p:nvPr/>
          </p:nvSpPr>
          <p:spPr>
            <a:xfrm>
              <a:off x="2323254" y="2017458"/>
              <a:ext cx="267213" cy="264316"/>
            </a:xfrm>
            <a:custGeom>
              <a:avLst/>
              <a:gdLst/>
              <a:ahLst/>
              <a:cxnLst/>
              <a:rect l="l" t="t" r="r" b="b"/>
              <a:pathLst>
                <a:path w="8395" h="8304" extrusionOk="0">
                  <a:moveTo>
                    <a:pt x="2739" y="3125"/>
                  </a:moveTo>
                  <a:lnTo>
                    <a:pt x="2965" y="3160"/>
                  </a:lnTo>
                  <a:lnTo>
                    <a:pt x="3060" y="3160"/>
                  </a:lnTo>
                  <a:lnTo>
                    <a:pt x="2905" y="3529"/>
                  </a:lnTo>
                  <a:lnTo>
                    <a:pt x="2620" y="3458"/>
                  </a:lnTo>
                  <a:lnTo>
                    <a:pt x="2739" y="3125"/>
                  </a:lnTo>
                  <a:close/>
                  <a:moveTo>
                    <a:pt x="3834" y="3041"/>
                  </a:moveTo>
                  <a:lnTo>
                    <a:pt x="4167" y="3446"/>
                  </a:lnTo>
                  <a:lnTo>
                    <a:pt x="4120" y="3541"/>
                  </a:lnTo>
                  <a:cubicBezTo>
                    <a:pt x="4096" y="3636"/>
                    <a:pt x="4132" y="3720"/>
                    <a:pt x="4227" y="3756"/>
                  </a:cubicBezTo>
                  <a:cubicBezTo>
                    <a:pt x="4239" y="3756"/>
                    <a:pt x="4251" y="3767"/>
                    <a:pt x="4286" y="3767"/>
                  </a:cubicBezTo>
                  <a:cubicBezTo>
                    <a:pt x="4358" y="3767"/>
                    <a:pt x="4417" y="3720"/>
                    <a:pt x="4429" y="3660"/>
                  </a:cubicBezTo>
                  <a:lnTo>
                    <a:pt x="4477" y="3541"/>
                  </a:lnTo>
                  <a:cubicBezTo>
                    <a:pt x="4501" y="3446"/>
                    <a:pt x="4489" y="3339"/>
                    <a:pt x="4429" y="3267"/>
                  </a:cubicBezTo>
                  <a:lnTo>
                    <a:pt x="4346" y="3160"/>
                  </a:lnTo>
                  <a:lnTo>
                    <a:pt x="4620" y="3386"/>
                  </a:lnTo>
                  <a:cubicBezTo>
                    <a:pt x="4649" y="3401"/>
                    <a:pt x="4683" y="3411"/>
                    <a:pt x="4719" y="3411"/>
                  </a:cubicBezTo>
                  <a:cubicBezTo>
                    <a:pt x="4741" y="3411"/>
                    <a:pt x="4764" y="3407"/>
                    <a:pt x="4787" y="3398"/>
                  </a:cubicBezTo>
                  <a:lnTo>
                    <a:pt x="5001" y="3303"/>
                  </a:lnTo>
                  <a:lnTo>
                    <a:pt x="5132" y="3458"/>
                  </a:lnTo>
                  <a:cubicBezTo>
                    <a:pt x="5156" y="3506"/>
                    <a:pt x="5215" y="3517"/>
                    <a:pt x="5263" y="3517"/>
                  </a:cubicBezTo>
                  <a:lnTo>
                    <a:pt x="5668" y="3482"/>
                  </a:lnTo>
                  <a:lnTo>
                    <a:pt x="5679" y="3565"/>
                  </a:lnTo>
                  <a:cubicBezTo>
                    <a:pt x="5703" y="3601"/>
                    <a:pt x="5668" y="3636"/>
                    <a:pt x="5668" y="3648"/>
                  </a:cubicBezTo>
                  <a:cubicBezTo>
                    <a:pt x="5656" y="3660"/>
                    <a:pt x="5620" y="3696"/>
                    <a:pt x="5596" y="3696"/>
                  </a:cubicBezTo>
                  <a:lnTo>
                    <a:pt x="4894" y="3756"/>
                  </a:lnTo>
                  <a:cubicBezTo>
                    <a:pt x="4798" y="3756"/>
                    <a:pt x="4727" y="3815"/>
                    <a:pt x="4679" y="3875"/>
                  </a:cubicBezTo>
                  <a:cubicBezTo>
                    <a:pt x="4656" y="3934"/>
                    <a:pt x="4620" y="3994"/>
                    <a:pt x="4644" y="4053"/>
                  </a:cubicBezTo>
                  <a:lnTo>
                    <a:pt x="4179" y="3898"/>
                  </a:lnTo>
                  <a:cubicBezTo>
                    <a:pt x="4167" y="3898"/>
                    <a:pt x="4167" y="3887"/>
                    <a:pt x="4144" y="3875"/>
                  </a:cubicBezTo>
                  <a:cubicBezTo>
                    <a:pt x="4120" y="3696"/>
                    <a:pt x="3965" y="3577"/>
                    <a:pt x="3798" y="3577"/>
                  </a:cubicBezTo>
                  <a:lnTo>
                    <a:pt x="3774" y="3577"/>
                  </a:lnTo>
                  <a:lnTo>
                    <a:pt x="3274" y="3589"/>
                  </a:lnTo>
                  <a:lnTo>
                    <a:pt x="3393" y="3220"/>
                  </a:lnTo>
                  <a:cubicBezTo>
                    <a:pt x="3405" y="3184"/>
                    <a:pt x="3441" y="3172"/>
                    <a:pt x="3465" y="3160"/>
                  </a:cubicBezTo>
                  <a:lnTo>
                    <a:pt x="3834" y="3041"/>
                  </a:lnTo>
                  <a:close/>
                  <a:moveTo>
                    <a:pt x="7596" y="3601"/>
                  </a:moveTo>
                  <a:cubicBezTo>
                    <a:pt x="7620" y="3601"/>
                    <a:pt x="7656" y="3601"/>
                    <a:pt x="7692" y="3636"/>
                  </a:cubicBezTo>
                  <a:lnTo>
                    <a:pt x="8025" y="3958"/>
                  </a:lnTo>
                  <a:lnTo>
                    <a:pt x="8025" y="4256"/>
                  </a:lnTo>
                  <a:cubicBezTo>
                    <a:pt x="7977" y="5232"/>
                    <a:pt x="7584" y="6137"/>
                    <a:pt x="6906" y="6815"/>
                  </a:cubicBezTo>
                  <a:cubicBezTo>
                    <a:pt x="6799" y="6923"/>
                    <a:pt x="6692" y="7030"/>
                    <a:pt x="6572" y="7113"/>
                  </a:cubicBezTo>
                  <a:cubicBezTo>
                    <a:pt x="6632" y="7030"/>
                    <a:pt x="6680" y="6935"/>
                    <a:pt x="6727" y="6851"/>
                  </a:cubicBezTo>
                  <a:lnTo>
                    <a:pt x="7465" y="5125"/>
                  </a:lnTo>
                  <a:cubicBezTo>
                    <a:pt x="7501" y="5065"/>
                    <a:pt x="7489" y="5006"/>
                    <a:pt x="7454" y="4958"/>
                  </a:cubicBezTo>
                  <a:cubicBezTo>
                    <a:pt x="7418" y="4910"/>
                    <a:pt x="7358" y="4887"/>
                    <a:pt x="7299" y="4887"/>
                  </a:cubicBezTo>
                  <a:lnTo>
                    <a:pt x="7227" y="4887"/>
                  </a:lnTo>
                  <a:lnTo>
                    <a:pt x="7632" y="4077"/>
                  </a:lnTo>
                  <a:cubicBezTo>
                    <a:pt x="7704" y="3946"/>
                    <a:pt x="7668" y="3779"/>
                    <a:pt x="7525" y="3696"/>
                  </a:cubicBezTo>
                  <a:lnTo>
                    <a:pt x="7501" y="3660"/>
                  </a:lnTo>
                  <a:lnTo>
                    <a:pt x="7513" y="3648"/>
                  </a:lnTo>
                  <a:cubicBezTo>
                    <a:pt x="7537" y="3601"/>
                    <a:pt x="7573" y="3601"/>
                    <a:pt x="7596" y="3601"/>
                  </a:cubicBezTo>
                  <a:close/>
                  <a:moveTo>
                    <a:pt x="4239" y="1"/>
                  </a:moveTo>
                  <a:cubicBezTo>
                    <a:pt x="4176" y="1"/>
                    <a:pt x="4112" y="2"/>
                    <a:pt x="4048" y="5"/>
                  </a:cubicBezTo>
                  <a:cubicBezTo>
                    <a:pt x="3001" y="41"/>
                    <a:pt x="2000" y="481"/>
                    <a:pt x="1262" y="1220"/>
                  </a:cubicBezTo>
                  <a:cubicBezTo>
                    <a:pt x="512" y="1970"/>
                    <a:pt x="84" y="2946"/>
                    <a:pt x="36" y="4006"/>
                  </a:cubicBezTo>
                  <a:cubicBezTo>
                    <a:pt x="0" y="5041"/>
                    <a:pt x="334" y="6053"/>
                    <a:pt x="1012" y="6863"/>
                  </a:cubicBezTo>
                  <a:cubicBezTo>
                    <a:pt x="1036" y="6911"/>
                    <a:pt x="1084" y="6923"/>
                    <a:pt x="1131" y="6923"/>
                  </a:cubicBezTo>
                  <a:cubicBezTo>
                    <a:pt x="1155" y="6923"/>
                    <a:pt x="1203" y="6911"/>
                    <a:pt x="1227" y="6875"/>
                  </a:cubicBezTo>
                  <a:cubicBezTo>
                    <a:pt x="1310" y="6815"/>
                    <a:pt x="1310" y="6708"/>
                    <a:pt x="1250" y="6649"/>
                  </a:cubicBezTo>
                  <a:cubicBezTo>
                    <a:pt x="631" y="5922"/>
                    <a:pt x="310" y="4982"/>
                    <a:pt x="357" y="4017"/>
                  </a:cubicBezTo>
                  <a:cubicBezTo>
                    <a:pt x="393" y="3053"/>
                    <a:pt x="786" y="2148"/>
                    <a:pt x="1465" y="1458"/>
                  </a:cubicBezTo>
                  <a:cubicBezTo>
                    <a:pt x="2155" y="779"/>
                    <a:pt x="3060" y="374"/>
                    <a:pt x="4025" y="338"/>
                  </a:cubicBezTo>
                  <a:cubicBezTo>
                    <a:pt x="4081" y="335"/>
                    <a:pt x="4137" y="334"/>
                    <a:pt x="4192" y="334"/>
                  </a:cubicBezTo>
                  <a:cubicBezTo>
                    <a:pt x="4358" y="334"/>
                    <a:pt x="4519" y="347"/>
                    <a:pt x="4679" y="374"/>
                  </a:cubicBezTo>
                  <a:lnTo>
                    <a:pt x="4906" y="636"/>
                  </a:lnTo>
                  <a:lnTo>
                    <a:pt x="4822" y="862"/>
                  </a:lnTo>
                  <a:lnTo>
                    <a:pt x="4679" y="624"/>
                  </a:lnTo>
                  <a:cubicBezTo>
                    <a:pt x="4656" y="577"/>
                    <a:pt x="4596" y="541"/>
                    <a:pt x="4536" y="541"/>
                  </a:cubicBezTo>
                  <a:lnTo>
                    <a:pt x="4001" y="541"/>
                  </a:lnTo>
                  <a:cubicBezTo>
                    <a:pt x="3941" y="541"/>
                    <a:pt x="3882" y="565"/>
                    <a:pt x="3858" y="624"/>
                  </a:cubicBezTo>
                  <a:lnTo>
                    <a:pt x="3477" y="1327"/>
                  </a:lnTo>
                  <a:cubicBezTo>
                    <a:pt x="3441" y="1410"/>
                    <a:pt x="3441" y="1529"/>
                    <a:pt x="3477" y="1624"/>
                  </a:cubicBezTo>
                  <a:cubicBezTo>
                    <a:pt x="3524" y="1708"/>
                    <a:pt x="3632" y="1767"/>
                    <a:pt x="3739" y="1791"/>
                  </a:cubicBezTo>
                  <a:lnTo>
                    <a:pt x="4036" y="1815"/>
                  </a:lnTo>
                  <a:cubicBezTo>
                    <a:pt x="4096" y="1815"/>
                    <a:pt x="4155" y="1803"/>
                    <a:pt x="4179" y="1743"/>
                  </a:cubicBezTo>
                  <a:lnTo>
                    <a:pt x="4286" y="1577"/>
                  </a:lnTo>
                  <a:lnTo>
                    <a:pt x="4346" y="1648"/>
                  </a:lnTo>
                  <a:lnTo>
                    <a:pt x="4298" y="1934"/>
                  </a:lnTo>
                  <a:lnTo>
                    <a:pt x="3798" y="2005"/>
                  </a:lnTo>
                  <a:cubicBezTo>
                    <a:pt x="3763" y="2005"/>
                    <a:pt x="3751" y="2029"/>
                    <a:pt x="3715" y="2041"/>
                  </a:cubicBezTo>
                  <a:lnTo>
                    <a:pt x="3072" y="2517"/>
                  </a:lnTo>
                  <a:cubicBezTo>
                    <a:pt x="3048" y="2541"/>
                    <a:pt x="3024" y="2577"/>
                    <a:pt x="3024" y="2601"/>
                  </a:cubicBezTo>
                  <a:lnTo>
                    <a:pt x="2941" y="2898"/>
                  </a:lnTo>
                  <a:lnTo>
                    <a:pt x="2727" y="2874"/>
                  </a:lnTo>
                  <a:cubicBezTo>
                    <a:pt x="2716" y="2874"/>
                    <a:pt x="2706" y="2873"/>
                    <a:pt x="2696" y="2873"/>
                  </a:cubicBezTo>
                  <a:cubicBezTo>
                    <a:pt x="2565" y="2873"/>
                    <a:pt x="2449" y="2943"/>
                    <a:pt x="2405" y="3065"/>
                  </a:cubicBezTo>
                  <a:lnTo>
                    <a:pt x="2274" y="3422"/>
                  </a:lnTo>
                  <a:cubicBezTo>
                    <a:pt x="2250" y="3494"/>
                    <a:pt x="2250" y="3589"/>
                    <a:pt x="2286" y="3660"/>
                  </a:cubicBezTo>
                  <a:cubicBezTo>
                    <a:pt x="2334" y="3732"/>
                    <a:pt x="2393" y="3791"/>
                    <a:pt x="2465" y="3815"/>
                  </a:cubicBezTo>
                  <a:cubicBezTo>
                    <a:pt x="2322" y="3887"/>
                    <a:pt x="2215" y="4029"/>
                    <a:pt x="2203" y="4196"/>
                  </a:cubicBezTo>
                  <a:lnTo>
                    <a:pt x="2203" y="4268"/>
                  </a:lnTo>
                  <a:lnTo>
                    <a:pt x="1739" y="4791"/>
                  </a:lnTo>
                  <a:cubicBezTo>
                    <a:pt x="1667" y="4863"/>
                    <a:pt x="1631" y="4970"/>
                    <a:pt x="1631" y="5077"/>
                  </a:cubicBezTo>
                  <a:lnTo>
                    <a:pt x="1631" y="5684"/>
                  </a:lnTo>
                  <a:cubicBezTo>
                    <a:pt x="1631" y="5839"/>
                    <a:pt x="1691" y="5994"/>
                    <a:pt x="1810" y="6101"/>
                  </a:cubicBezTo>
                  <a:lnTo>
                    <a:pt x="2239" y="6518"/>
                  </a:lnTo>
                  <a:cubicBezTo>
                    <a:pt x="2334" y="6613"/>
                    <a:pt x="2465" y="6673"/>
                    <a:pt x="2596" y="6684"/>
                  </a:cubicBezTo>
                  <a:lnTo>
                    <a:pt x="3882" y="6792"/>
                  </a:lnTo>
                  <a:lnTo>
                    <a:pt x="3882" y="6827"/>
                  </a:lnTo>
                  <a:cubicBezTo>
                    <a:pt x="3870" y="6994"/>
                    <a:pt x="3929" y="7149"/>
                    <a:pt x="4060" y="7232"/>
                  </a:cubicBezTo>
                  <a:lnTo>
                    <a:pt x="4286" y="7399"/>
                  </a:lnTo>
                  <a:lnTo>
                    <a:pt x="4263" y="7446"/>
                  </a:lnTo>
                  <a:cubicBezTo>
                    <a:pt x="4203" y="7601"/>
                    <a:pt x="4263" y="7804"/>
                    <a:pt x="4406" y="7899"/>
                  </a:cubicBezTo>
                  <a:lnTo>
                    <a:pt x="4465" y="7958"/>
                  </a:lnTo>
                  <a:cubicBezTo>
                    <a:pt x="4406" y="7958"/>
                    <a:pt x="4358" y="7982"/>
                    <a:pt x="4298" y="7982"/>
                  </a:cubicBezTo>
                  <a:cubicBezTo>
                    <a:pt x="4250" y="7984"/>
                    <a:pt x="4202" y="7985"/>
                    <a:pt x="4153" y="7985"/>
                  </a:cubicBezTo>
                  <a:cubicBezTo>
                    <a:pt x="3241" y="7985"/>
                    <a:pt x="2368" y="7666"/>
                    <a:pt x="1667" y="7089"/>
                  </a:cubicBezTo>
                  <a:cubicBezTo>
                    <a:pt x="1630" y="7062"/>
                    <a:pt x="1590" y="7050"/>
                    <a:pt x="1553" y="7050"/>
                  </a:cubicBezTo>
                  <a:cubicBezTo>
                    <a:pt x="1508" y="7050"/>
                    <a:pt x="1467" y="7068"/>
                    <a:pt x="1441" y="7101"/>
                  </a:cubicBezTo>
                  <a:cubicBezTo>
                    <a:pt x="1381" y="7173"/>
                    <a:pt x="1393" y="7280"/>
                    <a:pt x="1453" y="7327"/>
                  </a:cubicBezTo>
                  <a:cubicBezTo>
                    <a:pt x="2215" y="7958"/>
                    <a:pt x="3155" y="8304"/>
                    <a:pt x="4132" y="8304"/>
                  </a:cubicBezTo>
                  <a:lnTo>
                    <a:pt x="4298" y="8304"/>
                  </a:lnTo>
                  <a:cubicBezTo>
                    <a:pt x="5334" y="8256"/>
                    <a:pt x="6334" y="7827"/>
                    <a:pt x="7084" y="7089"/>
                  </a:cubicBezTo>
                  <a:cubicBezTo>
                    <a:pt x="7823" y="6339"/>
                    <a:pt x="8251" y="5363"/>
                    <a:pt x="8299" y="4303"/>
                  </a:cubicBezTo>
                  <a:cubicBezTo>
                    <a:pt x="8394" y="3220"/>
                    <a:pt x="8049" y="2208"/>
                    <a:pt x="7382" y="1422"/>
                  </a:cubicBezTo>
                  <a:cubicBezTo>
                    <a:pt x="7350" y="1377"/>
                    <a:pt x="7304" y="1356"/>
                    <a:pt x="7258" y="1356"/>
                  </a:cubicBezTo>
                  <a:cubicBezTo>
                    <a:pt x="7220" y="1356"/>
                    <a:pt x="7183" y="1371"/>
                    <a:pt x="7156" y="1398"/>
                  </a:cubicBezTo>
                  <a:cubicBezTo>
                    <a:pt x="7084" y="1458"/>
                    <a:pt x="7084" y="1565"/>
                    <a:pt x="7144" y="1624"/>
                  </a:cubicBezTo>
                  <a:cubicBezTo>
                    <a:pt x="7584" y="2148"/>
                    <a:pt x="7870" y="2791"/>
                    <a:pt x="7989" y="3458"/>
                  </a:cubicBezTo>
                  <a:lnTo>
                    <a:pt x="7942" y="3410"/>
                  </a:lnTo>
                  <a:cubicBezTo>
                    <a:pt x="7867" y="3335"/>
                    <a:pt x="7754" y="3289"/>
                    <a:pt x="7628" y="3289"/>
                  </a:cubicBezTo>
                  <a:cubicBezTo>
                    <a:pt x="7614" y="3289"/>
                    <a:pt x="7599" y="3290"/>
                    <a:pt x="7584" y="3291"/>
                  </a:cubicBezTo>
                  <a:cubicBezTo>
                    <a:pt x="7454" y="3303"/>
                    <a:pt x="7334" y="3386"/>
                    <a:pt x="7263" y="3506"/>
                  </a:cubicBezTo>
                  <a:lnTo>
                    <a:pt x="7227" y="3541"/>
                  </a:lnTo>
                  <a:cubicBezTo>
                    <a:pt x="7156" y="3541"/>
                    <a:pt x="7084" y="3577"/>
                    <a:pt x="7025" y="3625"/>
                  </a:cubicBezTo>
                  <a:lnTo>
                    <a:pt x="6811" y="3363"/>
                  </a:lnTo>
                  <a:cubicBezTo>
                    <a:pt x="6779" y="3325"/>
                    <a:pt x="6739" y="3307"/>
                    <a:pt x="6698" y="3307"/>
                  </a:cubicBezTo>
                  <a:cubicBezTo>
                    <a:pt x="6661" y="3307"/>
                    <a:pt x="6625" y="3322"/>
                    <a:pt x="6596" y="3351"/>
                  </a:cubicBezTo>
                  <a:cubicBezTo>
                    <a:pt x="6513" y="3410"/>
                    <a:pt x="6513" y="3517"/>
                    <a:pt x="6572" y="3577"/>
                  </a:cubicBezTo>
                  <a:lnTo>
                    <a:pt x="6906" y="3958"/>
                  </a:lnTo>
                  <a:cubicBezTo>
                    <a:pt x="6930" y="3994"/>
                    <a:pt x="6977" y="4017"/>
                    <a:pt x="7025" y="4017"/>
                  </a:cubicBezTo>
                  <a:cubicBezTo>
                    <a:pt x="7073" y="4017"/>
                    <a:pt x="7108" y="4006"/>
                    <a:pt x="7144" y="3970"/>
                  </a:cubicBezTo>
                  <a:lnTo>
                    <a:pt x="7251" y="3875"/>
                  </a:lnTo>
                  <a:lnTo>
                    <a:pt x="7382" y="3958"/>
                  </a:lnTo>
                  <a:lnTo>
                    <a:pt x="6894" y="4934"/>
                  </a:lnTo>
                  <a:lnTo>
                    <a:pt x="6858" y="4934"/>
                  </a:lnTo>
                  <a:cubicBezTo>
                    <a:pt x="6834" y="4934"/>
                    <a:pt x="6787" y="4910"/>
                    <a:pt x="6775" y="4887"/>
                  </a:cubicBezTo>
                  <a:lnTo>
                    <a:pt x="6132" y="4101"/>
                  </a:lnTo>
                  <a:cubicBezTo>
                    <a:pt x="6098" y="4053"/>
                    <a:pt x="6049" y="4033"/>
                    <a:pt x="6001" y="4033"/>
                  </a:cubicBezTo>
                  <a:cubicBezTo>
                    <a:pt x="5966" y="4033"/>
                    <a:pt x="5931" y="4045"/>
                    <a:pt x="5906" y="4065"/>
                  </a:cubicBezTo>
                  <a:cubicBezTo>
                    <a:pt x="5834" y="4125"/>
                    <a:pt x="5834" y="4232"/>
                    <a:pt x="5882" y="4291"/>
                  </a:cubicBezTo>
                  <a:lnTo>
                    <a:pt x="6513" y="5077"/>
                  </a:lnTo>
                  <a:cubicBezTo>
                    <a:pt x="6608" y="5184"/>
                    <a:pt x="6739" y="5244"/>
                    <a:pt x="6894" y="5244"/>
                  </a:cubicBezTo>
                  <a:lnTo>
                    <a:pt x="7096" y="5232"/>
                  </a:lnTo>
                  <a:lnTo>
                    <a:pt x="6453" y="6720"/>
                  </a:lnTo>
                  <a:cubicBezTo>
                    <a:pt x="6418" y="6815"/>
                    <a:pt x="6346" y="6923"/>
                    <a:pt x="6275" y="7018"/>
                  </a:cubicBezTo>
                  <a:lnTo>
                    <a:pt x="5775" y="7625"/>
                  </a:lnTo>
                  <a:cubicBezTo>
                    <a:pt x="5513" y="7744"/>
                    <a:pt x="5251" y="7816"/>
                    <a:pt x="4965" y="7875"/>
                  </a:cubicBezTo>
                  <a:lnTo>
                    <a:pt x="4691" y="7625"/>
                  </a:lnTo>
                  <a:cubicBezTo>
                    <a:pt x="4656" y="7589"/>
                    <a:pt x="4644" y="7554"/>
                    <a:pt x="4656" y="7506"/>
                  </a:cubicBezTo>
                  <a:lnTo>
                    <a:pt x="4703" y="7339"/>
                  </a:lnTo>
                  <a:cubicBezTo>
                    <a:pt x="4715" y="7280"/>
                    <a:pt x="4703" y="7208"/>
                    <a:pt x="4644" y="7161"/>
                  </a:cubicBezTo>
                  <a:lnTo>
                    <a:pt x="4322" y="6923"/>
                  </a:lnTo>
                  <a:cubicBezTo>
                    <a:pt x="4298" y="6899"/>
                    <a:pt x="4286" y="6863"/>
                    <a:pt x="4286" y="6815"/>
                  </a:cubicBezTo>
                  <a:lnTo>
                    <a:pt x="4310" y="6613"/>
                  </a:lnTo>
                  <a:cubicBezTo>
                    <a:pt x="4310" y="6565"/>
                    <a:pt x="4310" y="6518"/>
                    <a:pt x="4286" y="6494"/>
                  </a:cubicBezTo>
                  <a:cubicBezTo>
                    <a:pt x="4251" y="6458"/>
                    <a:pt x="4203" y="6434"/>
                    <a:pt x="4167" y="6434"/>
                  </a:cubicBezTo>
                  <a:lnTo>
                    <a:pt x="2703" y="6315"/>
                  </a:lnTo>
                  <a:cubicBezTo>
                    <a:pt x="2643" y="6315"/>
                    <a:pt x="2596" y="6280"/>
                    <a:pt x="2560" y="6244"/>
                  </a:cubicBezTo>
                  <a:lnTo>
                    <a:pt x="2120" y="5827"/>
                  </a:lnTo>
                  <a:cubicBezTo>
                    <a:pt x="2084" y="5780"/>
                    <a:pt x="2048" y="5708"/>
                    <a:pt x="2048" y="5649"/>
                  </a:cubicBezTo>
                  <a:lnTo>
                    <a:pt x="2048" y="5030"/>
                  </a:lnTo>
                  <a:cubicBezTo>
                    <a:pt x="2048" y="5006"/>
                    <a:pt x="2060" y="4970"/>
                    <a:pt x="2084" y="4958"/>
                  </a:cubicBezTo>
                  <a:lnTo>
                    <a:pt x="2572" y="4398"/>
                  </a:lnTo>
                  <a:cubicBezTo>
                    <a:pt x="2596" y="4363"/>
                    <a:pt x="2620" y="4339"/>
                    <a:pt x="2620" y="4291"/>
                  </a:cubicBezTo>
                  <a:lnTo>
                    <a:pt x="2620" y="4160"/>
                  </a:lnTo>
                  <a:cubicBezTo>
                    <a:pt x="2620" y="4113"/>
                    <a:pt x="2643" y="4065"/>
                    <a:pt x="2691" y="4053"/>
                  </a:cubicBezTo>
                  <a:lnTo>
                    <a:pt x="3072" y="3887"/>
                  </a:lnTo>
                  <a:lnTo>
                    <a:pt x="3810" y="3875"/>
                  </a:lnTo>
                  <a:cubicBezTo>
                    <a:pt x="3822" y="3875"/>
                    <a:pt x="3834" y="3887"/>
                    <a:pt x="3834" y="3898"/>
                  </a:cubicBezTo>
                  <a:cubicBezTo>
                    <a:pt x="3846" y="4029"/>
                    <a:pt x="3953" y="4137"/>
                    <a:pt x="4072" y="4184"/>
                  </a:cubicBezTo>
                  <a:lnTo>
                    <a:pt x="4596" y="4363"/>
                  </a:lnTo>
                  <a:cubicBezTo>
                    <a:pt x="4628" y="4370"/>
                    <a:pt x="4661" y="4374"/>
                    <a:pt x="4693" y="4374"/>
                  </a:cubicBezTo>
                  <a:cubicBezTo>
                    <a:pt x="4766" y="4374"/>
                    <a:pt x="4836" y="4353"/>
                    <a:pt x="4894" y="4303"/>
                  </a:cubicBezTo>
                  <a:cubicBezTo>
                    <a:pt x="4953" y="4244"/>
                    <a:pt x="5001" y="4148"/>
                    <a:pt x="4989" y="4065"/>
                  </a:cubicBezTo>
                  <a:lnTo>
                    <a:pt x="5644" y="4017"/>
                  </a:lnTo>
                  <a:cubicBezTo>
                    <a:pt x="5751" y="4006"/>
                    <a:pt x="5882" y="3946"/>
                    <a:pt x="5953" y="3839"/>
                  </a:cubicBezTo>
                  <a:cubicBezTo>
                    <a:pt x="6025" y="3732"/>
                    <a:pt x="6060" y="3613"/>
                    <a:pt x="6025" y="3482"/>
                  </a:cubicBezTo>
                  <a:lnTo>
                    <a:pt x="6013" y="3398"/>
                  </a:lnTo>
                  <a:cubicBezTo>
                    <a:pt x="5980" y="3258"/>
                    <a:pt x="5870" y="3157"/>
                    <a:pt x="5725" y="3157"/>
                  </a:cubicBezTo>
                  <a:cubicBezTo>
                    <a:pt x="5710" y="3157"/>
                    <a:pt x="5695" y="3158"/>
                    <a:pt x="5679" y="3160"/>
                  </a:cubicBezTo>
                  <a:lnTo>
                    <a:pt x="5346" y="3184"/>
                  </a:lnTo>
                  <a:lnTo>
                    <a:pt x="5298" y="3125"/>
                  </a:lnTo>
                  <a:lnTo>
                    <a:pt x="5739" y="2684"/>
                  </a:lnTo>
                  <a:cubicBezTo>
                    <a:pt x="5799" y="2624"/>
                    <a:pt x="5799" y="2517"/>
                    <a:pt x="5739" y="2458"/>
                  </a:cubicBezTo>
                  <a:cubicBezTo>
                    <a:pt x="5709" y="2428"/>
                    <a:pt x="5671" y="2413"/>
                    <a:pt x="5632" y="2413"/>
                  </a:cubicBezTo>
                  <a:cubicBezTo>
                    <a:pt x="5593" y="2413"/>
                    <a:pt x="5554" y="2428"/>
                    <a:pt x="5525" y="2458"/>
                  </a:cubicBezTo>
                  <a:lnTo>
                    <a:pt x="4965" y="3005"/>
                  </a:lnTo>
                  <a:lnTo>
                    <a:pt x="4787" y="3077"/>
                  </a:lnTo>
                  <a:lnTo>
                    <a:pt x="4286" y="2696"/>
                  </a:lnTo>
                  <a:cubicBezTo>
                    <a:pt x="4251" y="2669"/>
                    <a:pt x="4208" y="2656"/>
                    <a:pt x="4169" y="2656"/>
                  </a:cubicBezTo>
                  <a:cubicBezTo>
                    <a:pt x="4156" y="2656"/>
                    <a:pt x="4144" y="2657"/>
                    <a:pt x="4132" y="2660"/>
                  </a:cubicBezTo>
                  <a:lnTo>
                    <a:pt x="3417" y="2886"/>
                  </a:lnTo>
                  <a:cubicBezTo>
                    <a:pt x="3405" y="2886"/>
                    <a:pt x="3370" y="2898"/>
                    <a:pt x="3358" y="2922"/>
                  </a:cubicBezTo>
                  <a:lnTo>
                    <a:pt x="3405" y="2708"/>
                  </a:lnTo>
                  <a:lnTo>
                    <a:pt x="3977" y="2291"/>
                  </a:lnTo>
                  <a:lnTo>
                    <a:pt x="4548" y="2208"/>
                  </a:lnTo>
                  <a:cubicBezTo>
                    <a:pt x="4632" y="2184"/>
                    <a:pt x="4691" y="2148"/>
                    <a:pt x="4691" y="2065"/>
                  </a:cubicBezTo>
                  <a:lnTo>
                    <a:pt x="4751" y="1589"/>
                  </a:lnTo>
                  <a:cubicBezTo>
                    <a:pt x="4751" y="1553"/>
                    <a:pt x="4751" y="1505"/>
                    <a:pt x="4715" y="1470"/>
                  </a:cubicBezTo>
                  <a:lnTo>
                    <a:pt x="4477" y="1172"/>
                  </a:lnTo>
                  <a:cubicBezTo>
                    <a:pt x="4441" y="1136"/>
                    <a:pt x="4406" y="1112"/>
                    <a:pt x="4346" y="1112"/>
                  </a:cubicBezTo>
                  <a:cubicBezTo>
                    <a:pt x="4298" y="1112"/>
                    <a:pt x="4239" y="1148"/>
                    <a:pt x="4215" y="1196"/>
                  </a:cubicBezTo>
                  <a:lnTo>
                    <a:pt x="4036" y="1446"/>
                  </a:lnTo>
                  <a:lnTo>
                    <a:pt x="3834" y="1434"/>
                  </a:lnTo>
                  <a:lnTo>
                    <a:pt x="4155" y="815"/>
                  </a:lnTo>
                  <a:lnTo>
                    <a:pt x="4477" y="815"/>
                  </a:lnTo>
                  <a:lnTo>
                    <a:pt x="4727" y="1267"/>
                  </a:lnTo>
                  <a:cubicBezTo>
                    <a:pt x="4763" y="1327"/>
                    <a:pt x="4822" y="1350"/>
                    <a:pt x="4882" y="1350"/>
                  </a:cubicBezTo>
                  <a:cubicBezTo>
                    <a:pt x="4941" y="1350"/>
                    <a:pt x="5001" y="1315"/>
                    <a:pt x="5025" y="1255"/>
                  </a:cubicBezTo>
                  <a:lnTo>
                    <a:pt x="5251" y="719"/>
                  </a:lnTo>
                  <a:cubicBezTo>
                    <a:pt x="5298" y="624"/>
                    <a:pt x="5287" y="505"/>
                    <a:pt x="5215" y="434"/>
                  </a:cubicBezTo>
                  <a:lnTo>
                    <a:pt x="5215" y="434"/>
                  </a:lnTo>
                  <a:cubicBezTo>
                    <a:pt x="5751" y="577"/>
                    <a:pt x="6263" y="839"/>
                    <a:pt x="6692" y="1208"/>
                  </a:cubicBezTo>
                  <a:cubicBezTo>
                    <a:pt x="6724" y="1234"/>
                    <a:pt x="6763" y="1247"/>
                    <a:pt x="6801" y="1247"/>
                  </a:cubicBezTo>
                  <a:cubicBezTo>
                    <a:pt x="6847" y="1247"/>
                    <a:pt x="6892" y="1228"/>
                    <a:pt x="6918" y="1196"/>
                  </a:cubicBezTo>
                  <a:cubicBezTo>
                    <a:pt x="6977" y="1112"/>
                    <a:pt x="6965" y="1017"/>
                    <a:pt x="6906" y="969"/>
                  </a:cubicBezTo>
                  <a:cubicBezTo>
                    <a:pt x="6157" y="343"/>
                    <a:pt x="5219" y="1"/>
                    <a:pt x="4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3" name="Google Shape;187;p17">
            <a:extLst>
              <a:ext uri="{FF2B5EF4-FFF2-40B4-BE49-F238E27FC236}">
                <a16:creationId xmlns:a16="http://schemas.microsoft.com/office/drawing/2014/main" id="{98CEF96D-0E39-5D43-C792-DB14D607FBD1}"/>
              </a:ext>
            </a:extLst>
          </p:cNvPr>
          <p:cNvGrpSpPr/>
          <p:nvPr/>
        </p:nvGrpSpPr>
        <p:grpSpPr>
          <a:xfrm>
            <a:off x="3733320" y="2639976"/>
            <a:ext cx="391453" cy="375370"/>
            <a:chOff x="5049725" y="2027900"/>
            <a:chExt cx="481750" cy="481850"/>
          </a:xfrm>
        </p:grpSpPr>
        <p:sp>
          <p:nvSpPr>
            <p:cNvPr id="44" name="Google Shape;188;p17">
              <a:extLst>
                <a:ext uri="{FF2B5EF4-FFF2-40B4-BE49-F238E27FC236}">
                  <a16:creationId xmlns:a16="http://schemas.microsoft.com/office/drawing/2014/main" id="{C3552E45-2D04-2055-7C88-94FD066293F8}"/>
                </a:ext>
              </a:extLst>
            </p:cNvPr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" name="Google Shape;189;p17">
              <a:extLst>
                <a:ext uri="{FF2B5EF4-FFF2-40B4-BE49-F238E27FC236}">
                  <a16:creationId xmlns:a16="http://schemas.microsoft.com/office/drawing/2014/main" id="{3DD98D04-BDF9-6840-30DA-3A2844AC17EE}"/>
                </a:ext>
              </a:extLst>
            </p:cNvPr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" name="Google Shape;190;p17">
              <a:extLst>
                <a:ext uri="{FF2B5EF4-FFF2-40B4-BE49-F238E27FC236}">
                  <a16:creationId xmlns:a16="http://schemas.microsoft.com/office/drawing/2014/main" id="{B2A59952-99BE-BFA2-C3A2-D6083773B8A5}"/>
                </a:ext>
              </a:extLst>
            </p:cNvPr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" name="Google Shape;191;p17">
              <a:extLst>
                <a:ext uri="{FF2B5EF4-FFF2-40B4-BE49-F238E27FC236}">
                  <a16:creationId xmlns:a16="http://schemas.microsoft.com/office/drawing/2014/main" id="{6F096289-0247-94C7-B2A4-D9A847504E0F}"/>
                </a:ext>
              </a:extLst>
            </p:cNvPr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" name="Google Shape;192;p17">
              <a:extLst>
                <a:ext uri="{FF2B5EF4-FFF2-40B4-BE49-F238E27FC236}">
                  <a16:creationId xmlns:a16="http://schemas.microsoft.com/office/drawing/2014/main" id="{005306D7-135D-94B8-A973-B733F3069EC8}"/>
                </a:ext>
              </a:extLst>
            </p:cNvPr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" name="Google Shape;193;p17">
              <a:extLst>
                <a:ext uri="{FF2B5EF4-FFF2-40B4-BE49-F238E27FC236}">
                  <a16:creationId xmlns:a16="http://schemas.microsoft.com/office/drawing/2014/main" id="{F0BEBE94-992B-D3F1-11EA-799EB891C90A}"/>
                </a:ext>
              </a:extLst>
            </p:cNvPr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" name="Google Shape;194;p17">
              <a:extLst>
                <a:ext uri="{FF2B5EF4-FFF2-40B4-BE49-F238E27FC236}">
                  <a16:creationId xmlns:a16="http://schemas.microsoft.com/office/drawing/2014/main" id="{3DE0ACCF-6C7F-CAE9-57CB-1E3ED2FEFADC}"/>
                </a:ext>
              </a:extLst>
            </p:cNvPr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" name="Google Shape;195;p17">
              <a:extLst>
                <a:ext uri="{FF2B5EF4-FFF2-40B4-BE49-F238E27FC236}">
                  <a16:creationId xmlns:a16="http://schemas.microsoft.com/office/drawing/2014/main" id="{3959D422-B5E9-7606-20A0-C33BC3468B8A}"/>
                </a:ext>
              </a:extLst>
            </p:cNvPr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" name="Google Shape;507;p23">
            <a:extLst>
              <a:ext uri="{FF2B5EF4-FFF2-40B4-BE49-F238E27FC236}">
                <a16:creationId xmlns:a16="http://schemas.microsoft.com/office/drawing/2014/main" id="{ECC41B13-35F3-EFE1-1896-7DF56B06BE3E}"/>
              </a:ext>
            </a:extLst>
          </p:cNvPr>
          <p:cNvGrpSpPr/>
          <p:nvPr/>
        </p:nvGrpSpPr>
        <p:grpSpPr>
          <a:xfrm>
            <a:off x="3708376" y="3776339"/>
            <a:ext cx="427236" cy="385799"/>
            <a:chOff x="6577238" y="2457221"/>
            <a:chExt cx="332019" cy="310788"/>
          </a:xfrm>
        </p:grpSpPr>
        <p:sp>
          <p:nvSpPr>
            <p:cNvPr id="53" name="Google Shape;508;p23">
              <a:extLst>
                <a:ext uri="{FF2B5EF4-FFF2-40B4-BE49-F238E27FC236}">
                  <a16:creationId xmlns:a16="http://schemas.microsoft.com/office/drawing/2014/main" id="{4AE2BB7B-8FF6-B5DC-BD15-4C1CD1B9280B}"/>
                </a:ext>
              </a:extLst>
            </p:cNvPr>
            <p:cNvSpPr/>
            <p:nvPr/>
          </p:nvSpPr>
          <p:spPr>
            <a:xfrm>
              <a:off x="6577238" y="2457221"/>
              <a:ext cx="332019" cy="310788"/>
            </a:xfrm>
            <a:custGeom>
              <a:avLst/>
              <a:gdLst/>
              <a:ahLst/>
              <a:cxnLst/>
              <a:rect l="l" t="t" r="r" b="b"/>
              <a:pathLst>
                <a:path w="10431" h="9764" extrusionOk="0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09;p23">
              <a:extLst>
                <a:ext uri="{FF2B5EF4-FFF2-40B4-BE49-F238E27FC236}">
                  <a16:creationId xmlns:a16="http://schemas.microsoft.com/office/drawing/2014/main" id="{B288190F-4471-F645-A2CD-C8F44F98A716}"/>
                </a:ext>
              </a:extLst>
            </p:cNvPr>
            <p:cNvSpPr/>
            <p:nvPr/>
          </p:nvSpPr>
          <p:spPr>
            <a:xfrm>
              <a:off x="6723529" y="2512542"/>
              <a:ext cx="38705" cy="39055"/>
            </a:xfrm>
            <a:custGeom>
              <a:avLst/>
              <a:gdLst/>
              <a:ahLst/>
              <a:cxnLst/>
              <a:rect l="l" t="t" r="r" b="b"/>
              <a:pathLst>
                <a:path w="1216" h="1227" extrusionOk="0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10;p23">
              <a:extLst>
                <a:ext uri="{FF2B5EF4-FFF2-40B4-BE49-F238E27FC236}">
                  <a16:creationId xmlns:a16="http://schemas.microsoft.com/office/drawing/2014/main" id="{B9A979B6-7367-CD2E-CD7F-15140FFEA03C}"/>
                </a:ext>
              </a:extLst>
            </p:cNvPr>
            <p:cNvSpPr/>
            <p:nvPr/>
          </p:nvSpPr>
          <p:spPr>
            <a:xfrm>
              <a:off x="6662893" y="2597050"/>
              <a:ext cx="169813" cy="108031"/>
            </a:xfrm>
            <a:custGeom>
              <a:avLst/>
              <a:gdLst/>
              <a:ahLst/>
              <a:cxnLst/>
              <a:rect l="l" t="t" r="r" b="b"/>
              <a:pathLst>
                <a:path w="5335" h="3394" extrusionOk="0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11;p23">
              <a:extLst>
                <a:ext uri="{FF2B5EF4-FFF2-40B4-BE49-F238E27FC236}">
                  <a16:creationId xmlns:a16="http://schemas.microsoft.com/office/drawing/2014/main" id="{E0DB73D9-8AB4-8041-E0DB-22788766CB8B}"/>
                </a:ext>
              </a:extLst>
            </p:cNvPr>
            <p:cNvSpPr/>
            <p:nvPr/>
          </p:nvSpPr>
          <p:spPr>
            <a:xfrm>
              <a:off x="6639402" y="2589188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12;p23">
              <a:extLst>
                <a:ext uri="{FF2B5EF4-FFF2-40B4-BE49-F238E27FC236}">
                  <a16:creationId xmlns:a16="http://schemas.microsoft.com/office/drawing/2014/main" id="{D2A8B8F4-AEEE-373B-5487-545ED2C39F48}"/>
                </a:ext>
              </a:extLst>
            </p:cNvPr>
            <p:cNvSpPr/>
            <p:nvPr/>
          </p:nvSpPr>
          <p:spPr>
            <a:xfrm>
              <a:off x="6820547" y="2673315"/>
              <a:ext cx="32244" cy="31034"/>
            </a:xfrm>
            <a:custGeom>
              <a:avLst/>
              <a:gdLst/>
              <a:ahLst/>
              <a:cxnLst/>
              <a:rect l="l" t="t" r="r" b="b"/>
              <a:pathLst>
                <a:path w="1013" h="975" extrusionOk="0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13;p23">
              <a:extLst>
                <a:ext uri="{FF2B5EF4-FFF2-40B4-BE49-F238E27FC236}">
                  <a16:creationId xmlns:a16="http://schemas.microsoft.com/office/drawing/2014/main" id="{966877C7-54E0-BE75-35A4-DAB3FAA40824}"/>
                </a:ext>
              </a:extLst>
            </p:cNvPr>
            <p:cNvSpPr/>
            <p:nvPr/>
          </p:nvSpPr>
          <p:spPr>
            <a:xfrm>
              <a:off x="6730341" y="2603607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254;p19">
            <a:extLst>
              <a:ext uri="{FF2B5EF4-FFF2-40B4-BE49-F238E27FC236}">
                <a16:creationId xmlns:a16="http://schemas.microsoft.com/office/drawing/2014/main" id="{8FB716E4-C09C-FE1A-DC2F-4326AB680D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>
                <a:latin typeface="Amasis MT Pro Medium" panose="02040604050005020304" pitchFamily="18" charset="0"/>
              </a:rPr>
              <a:t>About our project</a:t>
            </a:r>
            <a:endParaRPr b="1" u="sng" dirty="0">
              <a:latin typeface="Amasis MT Pro Medium" panose="020406040500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0"/>
          <p:cNvGrpSpPr/>
          <p:nvPr/>
        </p:nvGrpSpPr>
        <p:grpSpPr>
          <a:xfrm>
            <a:off x="710297" y="1304713"/>
            <a:ext cx="1930800" cy="2712800"/>
            <a:chOff x="710297" y="1304713"/>
            <a:chExt cx="1930800" cy="2712800"/>
          </a:xfrm>
        </p:grpSpPr>
        <p:sp>
          <p:nvSpPr>
            <p:cNvPr id="301" name="Google Shape;301;p20"/>
            <p:cNvSpPr txBox="1"/>
            <p:nvPr/>
          </p:nvSpPr>
          <p:spPr>
            <a:xfrm>
              <a:off x="840865" y="3284013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583974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Team assembling</a:t>
              </a:r>
              <a:endParaRPr sz="1700" dirty="0">
                <a:solidFill>
                  <a:srgbClr val="583974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 rot="-5400000">
              <a:off x="1486997" y="1971563"/>
              <a:ext cx="377400" cy="1930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5839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20"/>
            <p:cNvSpPr txBox="1"/>
            <p:nvPr/>
          </p:nvSpPr>
          <p:spPr>
            <a:xfrm>
              <a:off x="872365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First step</a:t>
              </a:r>
              <a:endParaRPr sz="1700" dirty="0">
                <a:solidFill>
                  <a:srgbClr val="FFFFFF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119540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274300" y="1383613"/>
              <a:ext cx="802800" cy="802800"/>
            </a:xfrm>
            <a:prstGeom prst="ellipse">
              <a:avLst/>
            </a:prstGeom>
            <a:solidFill>
              <a:srgbClr val="5839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07" name="Google Shape;307;p20"/>
            <p:cNvCxnSpPr>
              <a:endCxn id="304" idx="0"/>
            </p:cNvCxnSpPr>
            <p:nvPr/>
          </p:nvCxnSpPr>
          <p:spPr>
            <a:xfrm>
              <a:off x="1675765" y="226526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8" name="Google Shape;308;p20"/>
          <p:cNvGrpSpPr/>
          <p:nvPr/>
        </p:nvGrpSpPr>
        <p:grpSpPr>
          <a:xfrm>
            <a:off x="4505741" y="1304713"/>
            <a:ext cx="2063618" cy="3061401"/>
            <a:chOff x="4505741" y="1304713"/>
            <a:chExt cx="2063618" cy="3061401"/>
          </a:xfrm>
        </p:grpSpPr>
        <p:sp>
          <p:nvSpPr>
            <p:cNvPr id="309" name="Google Shape;309;p20"/>
            <p:cNvSpPr txBox="1"/>
            <p:nvPr/>
          </p:nvSpPr>
          <p:spPr>
            <a:xfrm>
              <a:off x="4734234" y="3492984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4DA3C6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Finalization</a:t>
              </a:r>
              <a:endParaRPr sz="1700" dirty="0">
                <a:solidFill>
                  <a:srgbClr val="4DA3C6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 rot="-5400000">
              <a:off x="5348867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DA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4505741" y="3666489"/>
              <a:ext cx="2063618" cy="699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4734234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Third step</a:t>
              </a:r>
              <a:endParaRPr sz="1700" dirty="0">
                <a:solidFill>
                  <a:srgbClr val="FFFFFF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505725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5136150" y="1383613"/>
              <a:ext cx="802800" cy="802800"/>
            </a:xfrm>
            <a:prstGeom prst="ellipse">
              <a:avLst/>
            </a:prstGeom>
            <a:solidFill>
              <a:srgbClr val="4DA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15" name="Google Shape;315;p20"/>
            <p:cNvCxnSpPr>
              <a:stCxn id="313" idx="4"/>
              <a:endCxn id="312" idx="0"/>
            </p:cNvCxnSpPr>
            <p:nvPr/>
          </p:nvCxnSpPr>
          <p:spPr>
            <a:xfrm>
              <a:off x="5537550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0"/>
          <p:cNvGrpSpPr/>
          <p:nvPr/>
        </p:nvGrpSpPr>
        <p:grpSpPr>
          <a:xfrm>
            <a:off x="6503102" y="1304713"/>
            <a:ext cx="1930800" cy="2565671"/>
            <a:chOff x="6503102" y="1304713"/>
            <a:chExt cx="1930800" cy="2565671"/>
          </a:xfrm>
        </p:grpSpPr>
        <p:sp>
          <p:nvSpPr>
            <p:cNvPr id="317" name="Google Shape;317;p20"/>
            <p:cNvSpPr txBox="1"/>
            <p:nvPr/>
          </p:nvSpPr>
          <p:spPr>
            <a:xfrm>
              <a:off x="6690215" y="3492984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59BBB7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Presenting</a:t>
              </a:r>
              <a:endParaRPr sz="1700" dirty="0">
                <a:solidFill>
                  <a:srgbClr val="59BBB7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 rot="-5400000">
              <a:off x="7279802" y="1971562"/>
              <a:ext cx="377400" cy="193080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rgbClr val="59B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6665102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Fourth step</a:t>
              </a:r>
              <a:endParaRPr sz="1700" dirty="0">
                <a:solidFill>
                  <a:srgbClr val="FFFFFF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698817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22" name="Google Shape;322;p20"/>
            <p:cNvCxnSpPr>
              <a:stCxn id="321" idx="4"/>
              <a:endCxn id="320" idx="0"/>
            </p:cNvCxnSpPr>
            <p:nvPr/>
          </p:nvCxnSpPr>
          <p:spPr>
            <a:xfrm>
              <a:off x="746847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3" name="Google Shape;323;p20"/>
          <p:cNvGrpSpPr/>
          <p:nvPr/>
        </p:nvGrpSpPr>
        <p:grpSpPr>
          <a:xfrm>
            <a:off x="2641232" y="1304713"/>
            <a:ext cx="1930800" cy="2545400"/>
            <a:chOff x="2641232" y="1304713"/>
            <a:chExt cx="1930800" cy="2545400"/>
          </a:xfrm>
        </p:grpSpPr>
        <p:sp>
          <p:nvSpPr>
            <p:cNvPr id="324" name="Google Shape;324;p20"/>
            <p:cNvSpPr txBox="1"/>
            <p:nvPr/>
          </p:nvSpPr>
          <p:spPr>
            <a:xfrm>
              <a:off x="2719585" y="3472713"/>
              <a:ext cx="16653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4E6BB0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Project developing</a:t>
              </a:r>
              <a:endParaRPr sz="1700" dirty="0">
                <a:solidFill>
                  <a:srgbClr val="4E6BB0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 rot="-5400000">
              <a:off x="3417932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E6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" name="Google Shape;327;p20"/>
            <p:cNvSpPr txBox="1"/>
            <p:nvPr/>
          </p:nvSpPr>
          <p:spPr>
            <a:xfrm>
              <a:off x="2803299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Second step</a:t>
              </a:r>
              <a:endParaRPr sz="1700" dirty="0">
                <a:solidFill>
                  <a:srgbClr val="FFFFFF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312632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3205225" y="1383613"/>
              <a:ext cx="802800" cy="802800"/>
            </a:xfrm>
            <a:prstGeom prst="ellipse">
              <a:avLst/>
            </a:prstGeom>
            <a:solidFill>
              <a:srgbClr val="4E6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30" name="Google Shape;330;p20"/>
            <p:cNvCxnSpPr>
              <a:stCxn id="328" idx="4"/>
              <a:endCxn id="327" idx="0"/>
            </p:cNvCxnSpPr>
            <p:nvPr/>
          </p:nvCxnSpPr>
          <p:spPr>
            <a:xfrm>
              <a:off x="360662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u="sng" dirty="0">
                <a:latin typeface="Amasis MT Pro Medium" panose="02040604050005020304" pitchFamily="18" charset="0"/>
              </a:rPr>
              <a:t>Our progress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7067075" y="1383613"/>
            <a:ext cx="802800" cy="802800"/>
          </a:xfrm>
          <a:prstGeom prst="ellipse">
            <a:avLst/>
          </a:prstGeom>
          <a:solidFill>
            <a:srgbClr val="59BB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CB7AD07C-C8A9-B52C-B58D-4A97C4E9B518}"/>
              </a:ext>
            </a:extLst>
          </p:cNvPr>
          <p:cNvSpPr/>
          <p:nvPr/>
        </p:nvSpPr>
        <p:spPr>
          <a:xfrm>
            <a:off x="3379988" y="1546235"/>
            <a:ext cx="518689" cy="516495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144;p16">
            <a:extLst>
              <a:ext uri="{FF2B5EF4-FFF2-40B4-BE49-F238E27FC236}">
                <a16:creationId xmlns:a16="http://schemas.microsoft.com/office/drawing/2014/main" id="{F0308F80-16A4-0542-A1CD-7415339940E7}"/>
              </a:ext>
            </a:extLst>
          </p:cNvPr>
          <p:cNvGrpSpPr/>
          <p:nvPr/>
        </p:nvGrpSpPr>
        <p:grpSpPr>
          <a:xfrm>
            <a:off x="1426505" y="1557142"/>
            <a:ext cx="546951" cy="505588"/>
            <a:chOff x="7384751" y="4147984"/>
            <a:chExt cx="380012" cy="351274"/>
          </a:xfrm>
        </p:grpSpPr>
        <p:sp>
          <p:nvSpPr>
            <p:cNvPr id="4" name="Google Shape;145;p16">
              <a:extLst>
                <a:ext uri="{FF2B5EF4-FFF2-40B4-BE49-F238E27FC236}">
                  <a16:creationId xmlns:a16="http://schemas.microsoft.com/office/drawing/2014/main" id="{A3AC687C-0AD6-1C4A-242F-7DCF996D335B}"/>
                </a:ext>
              </a:extLst>
            </p:cNvPr>
            <p:cNvSpPr/>
            <p:nvPr/>
          </p:nvSpPr>
          <p:spPr>
            <a:xfrm>
              <a:off x="7385513" y="4225879"/>
              <a:ext cx="379250" cy="273379"/>
            </a:xfrm>
            <a:custGeom>
              <a:avLst/>
              <a:gdLst/>
              <a:ahLst/>
              <a:cxnLst/>
              <a:rect l="l" t="t" r="r" b="b"/>
              <a:pathLst>
                <a:path w="11943" h="8609" extrusionOk="0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46;p16">
              <a:extLst>
                <a:ext uri="{FF2B5EF4-FFF2-40B4-BE49-F238E27FC236}">
                  <a16:creationId xmlns:a16="http://schemas.microsoft.com/office/drawing/2014/main" id="{BE187F4F-EB11-50B9-8A5F-C0F725D1ADF6}"/>
                </a:ext>
              </a:extLst>
            </p:cNvPr>
            <p:cNvSpPr/>
            <p:nvPr/>
          </p:nvSpPr>
          <p:spPr>
            <a:xfrm>
              <a:off x="7384751" y="4147984"/>
              <a:ext cx="380012" cy="228382"/>
            </a:xfrm>
            <a:custGeom>
              <a:avLst/>
              <a:gdLst/>
              <a:ahLst/>
              <a:cxnLst/>
              <a:rect l="l" t="t" r="r" b="b"/>
              <a:pathLst>
                <a:path w="11967" h="7192" extrusionOk="0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47;p16">
              <a:extLst>
                <a:ext uri="{FF2B5EF4-FFF2-40B4-BE49-F238E27FC236}">
                  <a16:creationId xmlns:a16="http://schemas.microsoft.com/office/drawing/2014/main" id="{4A78A62E-4C6E-3F25-1083-8DBFE6994024}"/>
                </a:ext>
              </a:extLst>
            </p:cNvPr>
            <p:cNvSpPr/>
            <p:nvPr/>
          </p:nvSpPr>
          <p:spPr>
            <a:xfrm>
              <a:off x="7507642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8;p16">
              <a:extLst>
                <a:ext uri="{FF2B5EF4-FFF2-40B4-BE49-F238E27FC236}">
                  <a16:creationId xmlns:a16="http://schemas.microsoft.com/office/drawing/2014/main" id="{0D9802B6-D168-FAE2-7DEE-D9808993B594}"/>
                </a:ext>
              </a:extLst>
            </p:cNvPr>
            <p:cNvSpPr/>
            <p:nvPr/>
          </p:nvSpPr>
          <p:spPr>
            <a:xfrm>
              <a:off x="7573820" y="4228134"/>
              <a:ext cx="37820" cy="37852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9;p16">
              <a:extLst>
                <a:ext uri="{FF2B5EF4-FFF2-40B4-BE49-F238E27FC236}">
                  <a16:creationId xmlns:a16="http://schemas.microsoft.com/office/drawing/2014/main" id="{17563578-E9AF-9CD9-5C68-50A5FFCD93B4}"/>
                </a:ext>
              </a:extLst>
            </p:cNvPr>
            <p:cNvSpPr/>
            <p:nvPr/>
          </p:nvSpPr>
          <p:spPr>
            <a:xfrm>
              <a:off x="7640728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573;p45">
            <a:extLst>
              <a:ext uri="{FF2B5EF4-FFF2-40B4-BE49-F238E27FC236}">
                <a16:creationId xmlns:a16="http://schemas.microsoft.com/office/drawing/2014/main" id="{A0114E32-CC69-79C7-F6F9-B96672ACE14D}"/>
              </a:ext>
            </a:extLst>
          </p:cNvPr>
          <p:cNvGrpSpPr/>
          <p:nvPr/>
        </p:nvGrpSpPr>
        <p:grpSpPr>
          <a:xfrm>
            <a:off x="7185549" y="1524421"/>
            <a:ext cx="578744" cy="554090"/>
            <a:chOff x="1819576" y="1511679"/>
            <a:chExt cx="352103" cy="352103"/>
          </a:xfrm>
        </p:grpSpPr>
        <p:sp>
          <p:nvSpPr>
            <p:cNvPr id="10" name="Google Shape;1574;p45">
              <a:extLst>
                <a:ext uri="{FF2B5EF4-FFF2-40B4-BE49-F238E27FC236}">
                  <a16:creationId xmlns:a16="http://schemas.microsoft.com/office/drawing/2014/main" id="{6CC652B9-D4F2-E345-543C-A2C2922A05DD}"/>
                </a:ext>
              </a:extLst>
            </p:cNvPr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75;p45">
              <a:extLst>
                <a:ext uri="{FF2B5EF4-FFF2-40B4-BE49-F238E27FC236}">
                  <a16:creationId xmlns:a16="http://schemas.microsoft.com/office/drawing/2014/main" id="{7D59B4F6-EFD5-EF81-6FBE-3A00A4862C7D}"/>
                </a:ext>
              </a:extLst>
            </p:cNvPr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76;p45">
              <a:extLst>
                <a:ext uri="{FF2B5EF4-FFF2-40B4-BE49-F238E27FC236}">
                  <a16:creationId xmlns:a16="http://schemas.microsoft.com/office/drawing/2014/main" id="{496DE889-98FA-BD1E-AF22-E0F666E6A466}"/>
                </a:ext>
              </a:extLst>
            </p:cNvPr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577;p45">
              <a:extLst>
                <a:ext uri="{FF2B5EF4-FFF2-40B4-BE49-F238E27FC236}">
                  <a16:creationId xmlns:a16="http://schemas.microsoft.com/office/drawing/2014/main" id="{50C1C916-5BF6-B672-4263-4A5127B7A169}"/>
                </a:ext>
              </a:extLst>
            </p:cNvPr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550;p45">
            <a:extLst>
              <a:ext uri="{FF2B5EF4-FFF2-40B4-BE49-F238E27FC236}">
                <a16:creationId xmlns:a16="http://schemas.microsoft.com/office/drawing/2014/main" id="{D71DCBFA-FBC5-E78E-14B0-C46BC544AA42}"/>
              </a:ext>
            </a:extLst>
          </p:cNvPr>
          <p:cNvGrpSpPr/>
          <p:nvPr/>
        </p:nvGrpSpPr>
        <p:grpSpPr>
          <a:xfrm>
            <a:off x="5344359" y="1548547"/>
            <a:ext cx="484188" cy="472932"/>
            <a:chOff x="4210933" y="2926777"/>
            <a:chExt cx="280072" cy="275520"/>
          </a:xfrm>
        </p:grpSpPr>
        <p:sp>
          <p:nvSpPr>
            <p:cNvPr id="29" name="Google Shape;1551;p45">
              <a:extLst>
                <a:ext uri="{FF2B5EF4-FFF2-40B4-BE49-F238E27FC236}">
                  <a16:creationId xmlns:a16="http://schemas.microsoft.com/office/drawing/2014/main" id="{DB7FD427-6913-94F1-FE7E-F71E3BDF6D3E}"/>
                </a:ext>
              </a:extLst>
            </p:cNvPr>
            <p:cNvSpPr/>
            <p:nvPr/>
          </p:nvSpPr>
          <p:spPr>
            <a:xfrm>
              <a:off x="4490623" y="2970352"/>
              <a:ext cx="32" cy="41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52;p45">
              <a:extLst>
                <a:ext uri="{FF2B5EF4-FFF2-40B4-BE49-F238E27FC236}">
                  <a16:creationId xmlns:a16="http://schemas.microsoft.com/office/drawing/2014/main" id="{46E28F64-7737-3E6A-FCB4-DE882D02AA49}"/>
                </a:ext>
              </a:extLst>
            </p:cNvPr>
            <p:cNvSpPr/>
            <p:nvPr/>
          </p:nvSpPr>
          <p:spPr>
            <a:xfrm>
              <a:off x="4489859" y="29695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53;p45">
              <a:extLst>
                <a:ext uri="{FF2B5EF4-FFF2-40B4-BE49-F238E27FC236}">
                  <a16:creationId xmlns:a16="http://schemas.microsoft.com/office/drawing/2014/main" id="{FB8022B2-FD78-C724-22FF-AF09D34B2EB1}"/>
                </a:ext>
              </a:extLst>
            </p:cNvPr>
            <p:cNvSpPr/>
            <p:nvPr/>
          </p:nvSpPr>
          <p:spPr>
            <a:xfrm>
              <a:off x="4210933" y="2944952"/>
              <a:ext cx="280072" cy="257346"/>
            </a:xfrm>
            <a:custGeom>
              <a:avLst/>
              <a:gdLst/>
              <a:ahLst/>
              <a:cxnLst/>
              <a:rect l="l" t="t" r="r" b="b"/>
              <a:pathLst>
                <a:path w="8799" h="8085" extrusionOk="0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54;p45">
              <a:extLst>
                <a:ext uri="{FF2B5EF4-FFF2-40B4-BE49-F238E27FC236}">
                  <a16:creationId xmlns:a16="http://schemas.microsoft.com/office/drawing/2014/main" id="{8F9EC7CC-7B38-576C-20DF-8B78F80C84A0}"/>
                </a:ext>
              </a:extLst>
            </p:cNvPr>
            <p:cNvSpPr/>
            <p:nvPr/>
          </p:nvSpPr>
          <p:spPr>
            <a:xfrm>
              <a:off x="4212047" y="2926777"/>
              <a:ext cx="144826" cy="234619"/>
            </a:xfrm>
            <a:custGeom>
              <a:avLst/>
              <a:gdLst/>
              <a:ahLst/>
              <a:cxnLst/>
              <a:rect l="l" t="t" r="r" b="b"/>
              <a:pathLst>
                <a:path w="4550" h="7371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55;p45">
              <a:extLst>
                <a:ext uri="{FF2B5EF4-FFF2-40B4-BE49-F238E27FC236}">
                  <a16:creationId xmlns:a16="http://schemas.microsoft.com/office/drawing/2014/main" id="{D7D5D5B9-828F-00A4-30F3-813608AA93C0}"/>
                </a:ext>
              </a:extLst>
            </p:cNvPr>
            <p:cNvSpPr/>
            <p:nvPr/>
          </p:nvSpPr>
          <p:spPr>
            <a:xfrm>
              <a:off x="4246550" y="2996103"/>
              <a:ext cx="28074" cy="28106"/>
            </a:xfrm>
            <a:custGeom>
              <a:avLst/>
              <a:gdLst/>
              <a:ahLst/>
              <a:cxnLst/>
              <a:rect l="l" t="t" r="r" b="b"/>
              <a:pathLst>
                <a:path w="882" h="883" extrusionOk="0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56;p45">
              <a:extLst>
                <a:ext uri="{FF2B5EF4-FFF2-40B4-BE49-F238E27FC236}">
                  <a16:creationId xmlns:a16="http://schemas.microsoft.com/office/drawing/2014/main" id="{9B93C65D-7429-A7C9-CA37-79B9E1FCC1F8}"/>
                </a:ext>
              </a:extLst>
            </p:cNvPr>
            <p:cNvSpPr/>
            <p:nvPr/>
          </p:nvSpPr>
          <p:spPr>
            <a:xfrm>
              <a:off x="4285956" y="3015456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57;p45">
              <a:extLst>
                <a:ext uri="{FF2B5EF4-FFF2-40B4-BE49-F238E27FC236}">
                  <a16:creationId xmlns:a16="http://schemas.microsoft.com/office/drawing/2014/main" id="{CCA891B7-473E-CA28-92EF-E78D1EE3B714}"/>
                </a:ext>
              </a:extLst>
            </p:cNvPr>
            <p:cNvSpPr/>
            <p:nvPr/>
          </p:nvSpPr>
          <p:spPr>
            <a:xfrm>
              <a:off x="4285956" y="3001800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58;p45">
              <a:extLst>
                <a:ext uri="{FF2B5EF4-FFF2-40B4-BE49-F238E27FC236}">
                  <a16:creationId xmlns:a16="http://schemas.microsoft.com/office/drawing/2014/main" id="{987844A6-9D0C-B98D-71B8-0861D92FC49D}"/>
                </a:ext>
              </a:extLst>
            </p:cNvPr>
            <p:cNvSpPr/>
            <p:nvPr/>
          </p:nvSpPr>
          <p:spPr>
            <a:xfrm>
              <a:off x="4246550" y="3060177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59;p45">
              <a:extLst>
                <a:ext uri="{FF2B5EF4-FFF2-40B4-BE49-F238E27FC236}">
                  <a16:creationId xmlns:a16="http://schemas.microsoft.com/office/drawing/2014/main" id="{3E76C11A-101D-5780-EE49-A7BDB73C123E}"/>
                </a:ext>
              </a:extLst>
            </p:cNvPr>
            <p:cNvSpPr/>
            <p:nvPr/>
          </p:nvSpPr>
          <p:spPr>
            <a:xfrm>
              <a:off x="4285956" y="3080261"/>
              <a:ext cx="97814" cy="8371"/>
            </a:xfrm>
            <a:custGeom>
              <a:avLst/>
              <a:gdLst/>
              <a:ahLst/>
              <a:cxnLst/>
              <a:rect l="l" t="t" r="r" b="b"/>
              <a:pathLst>
                <a:path w="3073" h="263" extrusionOk="0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60;p45">
              <a:extLst>
                <a:ext uri="{FF2B5EF4-FFF2-40B4-BE49-F238E27FC236}">
                  <a16:creationId xmlns:a16="http://schemas.microsoft.com/office/drawing/2014/main" id="{90384549-692F-B519-E030-8E15583C11BD}"/>
                </a:ext>
              </a:extLst>
            </p:cNvPr>
            <p:cNvSpPr/>
            <p:nvPr/>
          </p:nvSpPr>
          <p:spPr>
            <a:xfrm>
              <a:off x="4285956" y="3066224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61;p45">
              <a:extLst>
                <a:ext uri="{FF2B5EF4-FFF2-40B4-BE49-F238E27FC236}">
                  <a16:creationId xmlns:a16="http://schemas.microsoft.com/office/drawing/2014/main" id="{F13BEF74-58CC-CEA3-6227-80DF6D2BAF0F}"/>
                </a:ext>
              </a:extLst>
            </p:cNvPr>
            <p:cNvSpPr/>
            <p:nvPr/>
          </p:nvSpPr>
          <p:spPr>
            <a:xfrm>
              <a:off x="4246550" y="3124601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62;p45">
              <a:extLst>
                <a:ext uri="{FF2B5EF4-FFF2-40B4-BE49-F238E27FC236}">
                  <a16:creationId xmlns:a16="http://schemas.microsoft.com/office/drawing/2014/main" id="{2D1A2467-294B-DA3B-0F36-E7A300432637}"/>
                </a:ext>
              </a:extLst>
            </p:cNvPr>
            <p:cNvSpPr/>
            <p:nvPr/>
          </p:nvSpPr>
          <p:spPr>
            <a:xfrm>
              <a:off x="4285956" y="3143921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63;p45">
              <a:extLst>
                <a:ext uri="{FF2B5EF4-FFF2-40B4-BE49-F238E27FC236}">
                  <a16:creationId xmlns:a16="http://schemas.microsoft.com/office/drawing/2014/main" id="{C897CD48-8C35-76E8-7658-5F66F7BDA795}"/>
                </a:ext>
              </a:extLst>
            </p:cNvPr>
            <p:cNvSpPr/>
            <p:nvPr/>
          </p:nvSpPr>
          <p:spPr>
            <a:xfrm>
              <a:off x="4285956" y="3130266"/>
              <a:ext cx="30366" cy="8371"/>
            </a:xfrm>
            <a:custGeom>
              <a:avLst/>
              <a:gdLst/>
              <a:ahLst/>
              <a:cxnLst/>
              <a:rect l="l" t="t" r="r" b="b"/>
              <a:pathLst>
                <a:path w="954" h="26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4;p19">
            <a:extLst>
              <a:ext uri="{FF2B5EF4-FFF2-40B4-BE49-F238E27FC236}">
                <a16:creationId xmlns:a16="http://schemas.microsoft.com/office/drawing/2014/main" id="{1A08BBBB-DBF2-10AD-26D6-8071C994493F}"/>
              </a:ext>
            </a:extLst>
          </p:cNvPr>
          <p:cNvSpPr txBox="1">
            <a:spLocks/>
          </p:cNvSpPr>
          <p:nvPr/>
        </p:nvSpPr>
        <p:spPr>
          <a:xfrm>
            <a:off x="636495" y="448212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600" dirty="0">
                <a:latin typeface="Amasis MT Pro Medium" panose="02040604050005020304" pitchFamily="18" charset="0"/>
              </a:rPr>
              <a:t>Used softwares and programmes and languages</a:t>
            </a:r>
            <a:endParaRPr lang="en-US"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3" name="Google Shape;57;p15">
            <a:extLst>
              <a:ext uri="{FF2B5EF4-FFF2-40B4-BE49-F238E27FC236}">
                <a16:creationId xmlns:a16="http://schemas.microsoft.com/office/drawing/2014/main" id="{97AF5102-F679-6C1D-AB9B-0C649BCFBFA6}"/>
              </a:ext>
            </a:extLst>
          </p:cNvPr>
          <p:cNvGrpSpPr/>
          <p:nvPr/>
        </p:nvGrpSpPr>
        <p:grpSpPr>
          <a:xfrm rot="1578645" flipH="1">
            <a:off x="4442036" y="3443251"/>
            <a:ext cx="1864560" cy="2051285"/>
            <a:chOff x="4718425" y="934625"/>
            <a:chExt cx="1467100" cy="1605800"/>
          </a:xfrm>
          <a:solidFill>
            <a:srgbClr val="58B3BD"/>
          </a:solidFill>
        </p:grpSpPr>
        <p:cxnSp>
          <p:nvCxnSpPr>
            <p:cNvPr id="4" name="Google Shape;58;p15">
              <a:extLst>
                <a:ext uri="{FF2B5EF4-FFF2-40B4-BE49-F238E27FC236}">
                  <a16:creationId xmlns:a16="http://schemas.microsoft.com/office/drawing/2014/main" id="{34C6A706-0B28-7C08-1E64-157987AC9804}"/>
                </a:ext>
              </a:extLst>
            </p:cNvPr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59;p15">
              <a:extLst>
                <a:ext uri="{FF2B5EF4-FFF2-40B4-BE49-F238E27FC236}">
                  <a16:creationId xmlns:a16="http://schemas.microsoft.com/office/drawing/2014/main" id="{C66A62C7-7DEF-439F-FC84-7878719076AF}"/>
                </a:ext>
              </a:extLst>
            </p:cNvPr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" name="Google Shape;60;p15">
            <a:extLst>
              <a:ext uri="{FF2B5EF4-FFF2-40B4-BE49-F238E27FC236}">
                <a16:creationId xmlns:a16="http://schemas.microsoft.com/office/drawing/2014/main" id="{81CB8197-55B3-0948-63DD-DD82B42F80B1}"/>
              </a:ext>
            </a:extLst>
          </p:cNvPr>
          <p:cNvGrpSpPr/>
          <p:nvPr/>
        </p:nvGrpSpPr>
        <p:grpSpPr>
          <a:xfrm rot="1578645" flipH="1">
            <a:off x="3045667" y="4455044"/>
            <a:ext cx="1050792" cy="2131157"/>
            <a:chOff x="6176375" y="2540550"/>
            <a:chExt cx="826800" cy="1668325"/>
          </a:xfrm>
        </p:grpSpPr>
        <p:cxnSp>
          <p:nvCxnSpPr>
            <p:cNvPr id="7" name="Google Shape;61;p15">
              <a:extLst>
                <a:ext uri="{FF2B5EF4-FFF2-40B4-BE49-F238E27FC236}">
                  <a16:creationId xmlns:a16="http://schemas.microsoft.com/office/drawing/2014/main" id="{9297DB83-1220-4456-A6F6-95CF22EA3E8E}"/>
                </a:ext>
              </a:extLst>
            </p:cNvPr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2;p15">
              <a:extLst>
                <a:ext uri="{FF2B5EF4-FFF2-40B4-BE49-F238E27FC236}">
                  <a16:creationId xmlns:a16="http://schemas.microsoft.com/office/drawing/2014/main" id="{4EA7917F-B49E-7153-34EB-4236D0F98DB0}"/>
                </a:ext>
              </a:extLst>
            </p:cNvPr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" name="Google Shape;63;p15">
            <a:extLst>
              <a:ext uri="{FF2B5EF4-FFF2-40B4-BE49-F238E27FC236}">
                <a16:creationId xmlns:a16="http://schemas.microsoft.com/office/drawing/2014/main" id="{174DEF80-135A-1F91-A830-F44FB104EDD7}"/>
              </a:ext>
            </a:extLst>
          </p:cNvPr>
          <p:cNvGrpSpPr/>
          <p:nvPr/>
        </p:nvGrpSpPr>
        <p:grpSpPr>
          <a:xfrm rot="1578645" flipH="1">
            <a:off x="4140935" y="3041391"/>
            <a:ext cx="844524" cy="2057609"/>
            <a:chOff x="6042175" y="934625"/>
            <a:chExt cx="664500" cy="1610750"/>
          </a:xfrm>
          <a:solidFill>
            <a:srgbClr val="605FA6"/>
          </a:solidFill>
        </p:grpSpPr>
        <p:cxnSp>
          <p:nvCxnSpPr>
            <p:cNvPr id="10" name="Google Shape;64;p15">
              <a:extLst>
                <a:ext uri="{FF2B5EF4-FFF2-40B4-BE49-F238E27FC236}">
                  <a16:creationId xmlns:a16="http://schemas.microsoft.com/office/drawing/2014/main" id="{0A839028-2900-7439-F282-B0EF832D30D9}"/>
                </a:ext>
              </a:extLst>
            </p:cNvPr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65;p15">
              <a:extLst>
                <a:ext uri="{FF2B5EF4-FFF2-40B4-BE49-F238E27FC236}">
                  <a16:creationId xmlns:a16="http://schemas.microsoft.com/office/drawing/2014/main" id="{CEA9B10D-5A7F-324E-6D70-B8B6EB13F52D}"/>
                </a:ext>
              </a:extLst>
            </p:cNvPr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2" name="Google Shape;66;p15">
            <a:extLst>
              <a:ext uri="{FF2B5EF4-FFF2-40B4-BE49-F238E27FC236}">
                <a16:creationId xmlns:a16="http://schemas.microsoft.com/office/drawing/2014/main" id="{A69EDD50-BCEF-B590-BC58-5095B06251BE}"/>
              </a:ext>
            </a:extLst>
          </p:cNvPr>
          <p:cNvGrpSpPr/>
          <p:nvPr/>
        </p:nvGrpSpPr>
        <p:grpSpPr>
          <a:xfrm rot="1578645" flipH="1">
            <a:off x="2317300" y="3702963"/>
            <a:ext cx="2360407" cy="933988"/>
            <a:chOff x="6185550" y="1814200"/>
            <a:chExt cx="1857250" cy="731150"/>
          </a:xfrm>
          <a:solidFill>
            <a:srgbClr val="4E6BB0"/>
          </a:solidFill>
        </p:grpSpPr>
        <p:cxnSp>
          <p:nvCxnSpPr>
            <p:cNvPr id="13" name="Google Shape;67;p15">
              <a:extLst>
                <a:ext uri="{FF2B5EF4-FFF2-40B4-BE49-F238E27FC236}">
                  <a16:creationId xmlns:a16="http://schemas.microsoft.com/office/drawing/2014/main" id="{B3805671-562C-D262-E127-7A59ED87D3B9}"/>
                </a:ext>
              </a:extLst>
            </p:cNvPr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68;p15">
              <a:extLst>
                <a:ext uri="{FF2B5EF4-FFF2-40B4-BE49-F238E27FC236}">
                  <a16:creationId xmlns:a16="http://schemas.microsoft.com/office/drawing/2014/main" id="{9D495B7D-77F7-9536-E3DA-21FCCE185ED9}"/>
                </a:ext>
              </a:extLst>
            </p:cNvPr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4E6BB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" name="Google Shape;69;p15">
            <a:extLst>
              <a:ext uri="{FF2B5EF4-FFF2-40B4-BE49-F238E27FC236}">
                <a16:creationId xmlns:a16="http://schemas.microsoft.com/office/drawing/2014/main" id="{3C9463DF-1B63-F39C-F0B2-DD3D87059B87}"/>
              </a:ext>
            </a:extLst>
          </p:cNvPr>
          <p:cNvGrpSpPr/>
          <p:nvPr/>
        </p:nvGrpSpPr>
        <p:grpSpPr>
          <a:xfrm rot="1578645" flipH="1">
            <a:off x="3719148" y="5226518"/>
            <a:ext cx="2314210" cy="1166894"/>
            <a:chOff x="4369400" y="2545175"/>
            <a:chExt cx="1820900" cy="913475"/>
          </a:xfrm>
        </p:grpSpPr>
        <p:cxnSp>
          <p:nvCxnSpPr>
            <p:cNvPr id="16" name="Google Shape;70;p15">
              <a:extLst>
                <a:ext uri="{FF2B5EF4-FFF2-40B4-BE49-F238E27FC236}">
                  <a16:creationId xmlns:a16="http://schemas.microsoft.com/office/drawing/2014/main" id="{A15882B2-D3CE-6360-0C53-9FC29EA3FEAA}"/>
                </a:ext>
              </a:extLst>
            </p:cNvPr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" name="Google Shape;71;p15">
              <a:extLst>
                <a:ext uri="{FF2B5EF4-FFF2-40B4-BE49-F238E27FC236}">
                  <a16:creationId xmlns:a16="http://schemas.microsoft.com/office/drawing/2014/main" id="{D2BDCD61-1ECD-35D3-C36F-A4263DC25A5E}"/>
                </a:ext>
              </a:extLst>
            </p:cNvPr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8" name="Google Shape;72;p15">
            <a:extLst>
              <a:ext uri="{FF2B5EF4-FFF2-40B4-BE49-F238E27FC236}">
                <a16:creationId xmlns:a16="http://schemas.microsoft.com/office/drawing/2014/main" id="{3CA377B6-3C35-FA67-3F4A-6E04A678F356}"/>
              </a:ext>
            </a:extLst>
          </p:cNvPr>
          <p:cNvGrpSpPr/>
          <p:nvPr/>
        </p:nvGrpSpPr>
        <p:grpSpPr>
          <a:xfrm rot="1578645" flipH="1">
            <a:off x="3743151" y="4931750"/>
            <a:ext cx="1518458" cy="2046144"/>
            <a:chOff x="4995600" y="2545225"/>
            <a:chExt cx="1194775" cy="1601775"/>
          </a:xfrm>
        </p:grpSpPr>
        <p:cxnSp>
          <p:nvCxnSpPr>
            <p:cNvPr id="19" name="Google Shape;73;p15">
              <a:extLst>
                <a:ext uri="{FF2B5EF4-FFF2-40B4-BE49-F238E27FC236}">
                  <a16:creationId xmlns:a16="http://schemas.microsoft.com/office/drawing/2014/main" id="{2FF28DFA-346C-D6F8-171D-FF8F4CA0DFBA}"/>
                </a:ext>
              </a:extLst>
            </p:cNvPr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74;p15">
              <a:extLst>
                <a:ext uri="{FF2B5EF4-FFF2-40B4-BE49-F238E27FC236}">
                  <a16:creationId xmlns:a16="http://schemas.microsoft.com/office/drawing/2014/main" id="{4A5E3380-F58D-6715-5153-ED5B5A40BDD2}"/>
                </a:ext>
              </a:extLst>
            </p:cNvPr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1" name="Google Shape;75;p15">
            <a:extLst>
              <a:ext uri="{FF2B5EF4-FFF2-40B4-BE49-F238E27FC236}">
                <a16:creationId xmlns:a16="http://schemas.microsoft.com/office/drawing/2014/main" id="{C4886FEF-4741-1F65-32DB-0503BE676232}"/>
              </a:ext>
            </a:extLst>
          </p:cNvPr>
          <p:cNvGrpSpPr/>
          <p:nvPr/>
        </p:nvGrpSpPr>
        <p:grpSpPr>
          <a:xfrm rot="1578645" flipH="1">
            <a:off x="2664484" y="4586743"/>
            <a:ext cx="1646280" cy="794174"/>
            <a:chOff x="6190400" y="2545375"/>
            <a:chExt cx="1295350" cy="621700"/>
          </a:xfrm>
          <a:solidFill>
            <a:srgbClr val="6E519D"/>
          </a:solidFill>
        </p:grpSpPr>
        <p:cxnSp>
          <p:nvCxnSpPr>
            <p:cNvPr id="22" name="Google Shape;76;p15">
              <a:extLst>
                <a:ext uri="{FF2B5EF4-FFF2-40B4-BE49-F238E27FC236}">
                  <a16:creationId xmlns:a16="http://schemas.microsoft.com/office/drawing/2014/main" id="{B6AAC219-7D2F-4D0F-BD7E-C589C6E52142}"/>
                </a:ext>
              </a:extLst>
            </p:cNvPr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77;p15">
              <a:extLst>
                <a:ext uri="{FF2B5EF4-FFF2-40B4-BE49-F238E27FC236}">
                  <a16:creationId xmlns:a16="http://schemas.microsoft.com/office/drawing/2014/main" id="{DBDF7BB2-6BA5-FF88-53E6-C0045E910BA8}"/>
                </a:ext>
              </a:extLst>
            </p:cNvPr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78;p15">
            <a:extLst>
              <a:ext uri="{FF2B5EF4-FFF2-40B4-BE49-F238E27FC236}">
                <a16:creationId xmlns:a16="http://schemas.microsoft.com/office/drawing/2014/main" id="{843EE669-944A-6EA6-13B0-F6FADB7DEA55}"/>
              </a:ext>
            </a:extLst>
          </p:cNvPr>
          <p:cNvGrpSpPr/>
          <p:nvPr/>
        </p:nvGrpSpPr>
        <p:grpSpPr>
          <a:xfrm rot="1578645" flipH="1">
            <a:off x="4116933" y="4849053"/>
            <a:ext cx="1858587" cy="580206"/>
            <a:chOff x="4718425" y="2096250"/>
            <a:chExt cx="1462400" cy="454200"/>
          </a:xfrm>
          <a:solidFill>
            <a:srgbClr val="605FA6"/>
          </a:solidFill>
        </p:grpSpPr>
        <p:cxnSp>
          <p:nvCxnSpPr>
            <p:cNvPr id="25" name="Google Shape;79;p15">
              <a:extLst>
                <a:ext uri="{FF2B5EF4-FFF2-40B4-BE49-F238E27FC236}">
                  <a16:creationId xmlns:a16="http://schemas.microsoft.com/office/drawing/2014/main" id="{A4B32785-912F-9D25-DA44-55AA3129B6B1}"/>
                </a:ext>
              </a:extLst>
            </p:cNvPr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80;p15">
              <a:extLst>
                <a:ext uri="{FF2B5EF4-FFF2-40B4-BE49-F238E27FC236}">
                  <a16:creationId xmlns:a16="http://schemas.microsoft.com/office/drawing/2014/main" id="{BAA40781-6DE9-05CE-47E9-AAF885785460}"/>
                </a:ext>
              </a:extLst>
            </p:cNvPr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81;p15">
            <a:extLst>
              <a:ext uri="{FF2B5EF4-FFF2-40B4-BE49-F238E27FC236}">
                <a16:creationId xmlns:a16="http://schemas.microsoft.com/office/drawing/2014/main" id="{2AE53C0B-CE08-A371-2EAD-45EAAAD42B90}"/>
              </a:ext>
            </a:extLst>
          </p:cNvPr>
          <p:cNvGrpSpPr/>
          <p:nvPr/>
        </p:nvGrpSpPr>
        <p:grpSpPr>
          <a:xfrm rot="1578645" flipH="1">
            <a:off x="3389773" y="3551576"/>
            <a:ext cx="1324596" cy="1330818"/>
            <a:chOff x="6185500" y="1498650"/>
            <a:chExt cx="1042238" cy="1041800"/>
          </a:xfrm>
          <a:solidFill>
            <a:srgbClr val="59BBB7"/>
          </a:solidFill>
        </p:grpSpPr>
        <p:cxnSp>
          <p:nvCxnSpPr>
            <p:cNvPr id="28" name="Google Shape;82;p15">
              <a:extLst>
                <a:ext uri="{FF2B5EF4-FFF2-40B4-BE49-F238E27FC236}">
                  <a16:creationId xmlns:a16="http://schemas.microsoft.com/office/drawing/2014/main" id="{23C3F243-B810-8A06-8F61-EBE69183EBFC}"/>
                </a:ext>
              </a:extLst>
            </p:cNvPr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Google Shape;83;p15">
              <a:extLst>
                <a:ext uri="{FF2B5EF4-FFF2-40B4-BE49-F238E27FC236}">
                  <a16:creationId xmlns:a16="http://schemas.microsoft.com/office/drawing/2014/main" id="{F18CBDFB-2E4D-4A81-2A6F-2ACE65789A10}"/>
                </a:ext>
              </a:extLst>
            </p:cNvPr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84;p15">
            <a:extLst>
              <a:ext uri="{FF2B5EF4-FFF2-40B4-BE49-F238E27FC236}">
                <a16:creationId xmlns:a16="http://schemas.microsoft.com/office/drawing/2014/main" id="{1CE20C03-6B1A-D6E1-E46A-8411645552A8}"/>
              </a:ext>
            </a:extLst>
          </p:cNvPr>
          <p:cNvGrpSpPr/>
          <p:nvPr/>
        </p:nvGrpSpPr>
        <p:grpSpPr>
          <a:xfrm rot="1578645" flipH="1">
            <a:off x="3610900" y="4378941"/>
            <a:ext cx="1488497" cy="1496118"/>
            <a:chOff x="5587975" y="1952850"/>
            <a:chExt cx="1171200" cy="1171200"/>
          </a:xfrm>
        </p:grpSpPr>
        <p:sp>
          <p:nvSpPr>
            <p:cNvPr id="31" name="Google Shape;85;p15">
              <a:extLst>
                <a:ext uri="{FF2B5EF4-FFF2-40B4-BE49-F238E27FC236}">
                  <a16:creationId xmlns:a16="http://schemas.microsoft.com/office/drawing/2014/main" id="{5B7B9CB3-7E48-9AFF-50AF-9CC0C79F7EDA}"/>
                </a:ext>
              </a:extLst>
            </p:cNvPr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6;p15">
              <a:extLst>
                <a:ext uri="{FF2B5EF4-FFF2-40B4-BE49-F238E27FC236}">
                  <a16:creationId xmlns:a16="http://schemas.microsoft.com/office/drawing/2014/main" id="{D303D944-6587-43D7-96FA-F997033CF5B8}"/>
                </a:ext>
              </a:extLst>
            </p:cNvPr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/>
            </a:p>
          </p:txBody>
        </p:sp>
      </p:grpSp>
      <p:grpSp>
        <p:nvGrpSpPr>
          <p:cNvPr id="33" name="Google Shape;87;p15">
            <a:extLst>
              <a:ext uri="{FF2B5EF4-FFF2-40B4-BE49-F238E27FC236}">
                <a16:creationId xmlns:a16="http://schemas.microsoft.com/office/drawing/2014/main" id="{D7535EEE-1F7F-40C3-D0F0-40645812B920}"/>
              </a:ext>
            </a:extLst>
          </p:cNvPr>
          <p:cNvGrpSpPr/>
          <p:nvPr/>
        </p:nvGrpSpPr>
        <p:grpSpPr>
          <a:xfrm>
            <a:off x="3962647" y="4697186"/>
            <a:ext cx="691341" cy="693586"/>
            <a:chOff x="1421638" y="4125629"/>
            <a:chExt cx="374709" cy="374010"/>
          </a:xfrm>
        </p:grpSpPr>
        <p:sp>
          <p:nvSpPr>
            <p:cNvPr id="34" name="Google Shape;88;p15">
              <a:extLst>
                <a:ext uri="{FF2B5EF4-FFF2-40B4-BE49-F238E27FC236}">
                  <a16:creationId xmlns:a16="http://schemas.microsoft.com/office/drawing/2014/main" id="{321C2C0D-55F8-4EE7-6A5B-2E55E383A5B8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;p15">
              <a:extLst>
                <a:ext uri="{FF2B5EF4-FFF2-40B4-BE49-F238E27FC236}">
                  <a16:creationId xmlns:a16="http://schemas.microsoft.com/office/drawing/2014/main" id="{C46C6461-FA84-A2DD-429C-D047D16E2F24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" name="Picture 2" descr="Teams">
            <a:extLst>
              <a:ext uri="{FF2B5EF4-FFF2-40B4-BE49-F238E27FC236}">
                <a16:creationId xmlns:a16="http://schemas.microsoft.com/office/drawing/2014/main" id="{4872E3CD-7E19-9C16-C6CB-25C0F85B5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360" y="1520110"/>
            <a:ext cx="1440698" cy="144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GitHub">
            <a:extLst>
              <a:ext uri="{FF2B5EF4-FFF2-40B4-BE49-F238E27FC236}">
                <a16:creationId xmlns:a16="http://schemas.microsoft.com/office/drawing/2014/main" id="{445CEEAF-70BD-67F1-B9C4-A409D59D5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856" y="1495699"/>
            <a:ext cx="1524681" cy="152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94FD77F-5DC5-1281-DD4E-C3AB1189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571" y="1521628"/>
            <a:ext cx="1329584" cy="132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6" descr="Git">
            <a:extLst>
              <a:ext uri="{FF2B5EF4-FFF2-40B4-BE49-F238E27FC236}">
                <a16:creationId xmlns:a16="http://schemas.microsoft.com/office/drawing/2014/main" id="{CEC15462-AF09-0363-9E9B-5BA25F09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856" y="3133691"/>
            <a:ext cx="1524681" cy="152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 descr="A blue hexagon with white letters and white plus symbols&#10;&#10;AI-generated content may be incorrect.">
            <a:extLst>
              <a:ext uri="{FF2B5EF4-FFF2-40B4-BE49-F238E27FC236}">
                <a16:creationId xmlns:a16="http://schemas.microsoft.com/office/drawing/2014/main" id="{3B3A0355-A5E9-E650-B5FA-F9BA5D81B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2944" y="1419326"/>
            <a:ext cx="1524680" cy="1524680"/>
          </a:xfrm>
          <a:prstGeom prst="rect">
            <a:avLst/>
          </a:prstGeom>
        </p:spPr>
      </p:pic>
      <p:pic>
        <p:nvPicPr>
          <p:cNvPr id="38" name="Рисунок 37" descr="Зображення, що містить Електрик синій, знімок екрана, синій, Графік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9EA78D4B-3135-C098-DB85-830913C2A3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158" y="1404037"/>
            <a:ext cx="1447284" cy="1447284"/>
          </a:xfrm>
          <a:prstGeom prst="rect">
            <a:avLst/>
          </a:prstGeom>
        </p:spPr>
      </p:pic>
      <p:pic>
        <p:nvPicPr>
          <p:cNvPr id="39" name="Рисунок 38" descr="Зображення, що містить знімок екрана, Графіка, коло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C5208F45-B9E6-2E04-F67C-18FDA73A4C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158" y="3133983"/>
            <a:ext cx="1447285" cy="14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24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54;p19">
            <a:extLst>
              <a:ext uri="{FF2B5EF4-FFF2-40B4-BE49-F238E27FC236}">
                <a16:creationId xmlns:a16="http://schemas.microsoft.com/office/drawing/2014/main" id="{870B9CFF-B3D5-1BDC-359B-F8C83016B663}"/>
              </a:ext>
            </a:extLst>
          </p:cNvPr>
          <p:cNvSpPr txBox="1">
            <a:spLocks/>
          </p:cNvSpPr>
          <p:nvPr/>
        </p:nvSpPr>
        <p:spPr>
          <a:xfrm>
            <a:off x="1937464" y="980799"/>
            <a:ext cx="5771739" cy="2971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8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Now let’s move onto the project…</a:t>
            </a:r>
            <a:endParaRPr lang="bg-BG" sz="4800" dirty="0">
              <a:solidFill>
                <a:schemeClr val="tx1"/>
              </a:solidFill>
            </a:endParaRPr>
          </a:p>
        </p:txBody>
      </p:sp>
      <p:grpSp>
        <p:nvGrpSpPr>
          <p:cNvPr id="12" name="Google Shape;66;p15">
            <a:extLst>
              <a:ext uri="{FF2B5EF4-FFF2-40B4-BE49-F238E27FC236}">
                <a16:creationId xmlns:a16="http://schemas.microsoft.com/office/drawing/2014/main" id="{053897F2-C6DE-02DD-4332-E153ED013F0E}"/>
              </a:ext>
            </a:extLst>
          </p:cNvPr>
          <p:cNvGrpSpPr/>
          <p:nvPr/>
        </p:nvGrpSpPr>
        <p:grpSpPr>
          <a:xfrm rot="1578645" flipH="1">
            <a:off x="6525736" y="3912766"/>
            <a:ext cx="7175244" cy="2779168"/>
            <a:chOff x="6185550" y="1814200"/>
            <a:chExt cx="1857250" cy="731150"/>
          </a:xfrm>
          <a:solidFill>
            <a:srgbClr val="4E6BB0"/>
          </a:solidFill>
        </p:grpSpPr>
        <p:cxnSp>
          <p:nvCxnSpPr>
            <p:cNvPr id="13" name="Google Shape;67;p15">
              <a:extLst>
                <a:ext uri="{FF2B5EF4-FFF2-40B4-BE49-F238E27FC236}">
                  <a16:creationId xmlns:a16="http://schemas.microsoft.com/office/drawing/2014/main" id="{B22B5A0A-F819-A372-E8DA-15561FBA1461}"/>
                </a:ext>
              </a:extLst>
            </p:cNvPr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68;p15">
              <a:extLst>
                <a:ext uri="{FF2B5EF4-FFF2-40B4-BE49-F238E27FC236}">
                  <a16:creationId xmlns:a16="http://schemas.microsoft.com/office/drawing/2014/main" id="{A1DF3D71-259E-1B63-6AE9-926EE223F6A1}"/>
                </a:ext>
              </a:extLst>
            </p:cNvPr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" name="Google Shape;57;p15">
            <a:extLst>
              <a:ext uri="{FF2B5EF4-FFF2-40B4-BE49-F238E27FC236}">
                <a16:creationId xmlns:a16="http://schemas.microsoft.com/office/drawing/2014/main" id="{EF15BDD7-9D58-2AED-371F-ADE3BBE4C3DF}"/>
              </a:ext>
            </a:extLst>
          </p:cNvPr>
          <p:cNvGrpSpPr/>
          <p:nvPr/>
        </p:nvGrpSpPr>
        <p:grpSpPr>
          <a:xfrm rot="21131240" flipH="1">
            <a:off x="1009453" y="3424102"/>
            <a:ext cx="4079514" cy="4473794"/>
            <a:chOff x="4718425" y="934625"/>
            <a:chExt cx="1467100" cy="1605800"/>
          </a:xfrm>
          <a:solidFill>
            <a:srgbClr val="4E6BB0"/>
          </a:solidFill>
        </p:grpSpPr>
        <p:cxnSp>
          <p:nvCxnSpPr>
            <p:cNvPr id="16" name="Google Shape;58;p15">
              <a:extLst>
                <a:ext uri="{FF2B5EF4-FFF2-40B4-BE49-F238E27FC236}">
                  <a16:creationId xmlns:a16="http://schemas.microsoft.com/office/drawing/2014/main" id="{19234674-4814-C7BA-1258-91839BFD36F6}"/>
                </a:ext>
              </a:extLst>
            </p:cNvPr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" name="Google Shape;59;p15">
              <a:extLst>
                <a:ext uri="{FF2B5EF4-FFF2-40B4-BE49-F238E27FC236}">
                  <a16:creationId xmlns:a16="http://schemas.microsoft.com/office/drawing/2014/main" id="{4AB28075-9D5A-4372-2D6B-A888143A9CB3}"/>
                </a:ext>
              </a:extLst>
            </p:cNvPr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8" name="Google Shape;75;p15">
            <a:extLst>
              <a:ext uri="{FF2B5EF4-FFF2-40B4-BE49-F238E27FC236}">
                <a16:creationId xmlns:a16="http://schemas.microsoft.com/office/drawing/2014/main" id="{1C4968D7-A7C3-31C6-A645-C08300210FD4}"/>
              </a:ext>
            </a:extLst>
          </p:cNvPr>
          <p:cNvGrpSpPr/>
          <p:nvPr/>
        </p:nvGrpSpPr>
        <p:grpSpPr>
          <a:xfrm rot="1578645" flipH="1">
            <a:off x="7650835" y="-547626"/>
            <a:ext cx="6262031" cy="3276058"/>
            <a:chOff x="6190400" y="2545375"/>
            <a:chExt cx="1295350" cy="621700"/>
          </a:xfrm>
          <a:solidFill>
            <a:srgbClr val="59BBB7"/>
          </a:solidFill>
        </p:grpSpPr>
        <p:cxnSp>
          <p:nvCxnSpPr>
            <p:cNvPr id="19" name="Google Shape;76;p15">
              <a:extLst>
                <a:ext uri="{FF2B5EF4-FFF2-40B4-BE49-F238E27FC236}">
                  <a16:creationId xmlns:a16="http://schemas.microsoft.com/office/drawing/2014/main" id="{5BBD88B2-C746-4A02-313D-B8EAA9E9F77C}"/>
                </a:ext>
              </a:extLst>
            </p:cNvPr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77;p15">
              <a:extLst>
                <a:ext uri="{FF2B5EF4-FFF2-40B4-BE49-F238E27FC236}">
                  <a16:creationId xmlns:a16="http://schemas.microsoft.com/office/drawing/2014/main" id="{70E1C7EA-9B79-A48B-6EF7-C8A49129B9D1}"/>
                </a:ext>
              </a:extLst>
            </p:cNvPr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72;p15">
            <a:extLst>
              <a:ext uri="{FF2B5EF4-FFF2-40B4-BE49-F238E27FC236}">
                <a16:creationId xmlns:a16="http://schemas.microsoft.com/office/drawing/2014/main" id="{EF8BAE16-7A6C-1C3D-0508-9EF741430737}"/>
              </a:ext>
            </a:extLst>
          </p:cNvPr>
          <p:cNvGrpSpPr/>
          <p:nvPr/>
        </p:nvGrpSpPr>
        <p:grpSpPr>
          <a:xfrm rot="1578645" flipH="1">
            <a:off x="-128278" y="-4084209"/>
            <a:ext cx="4200248" cy="5701212"/>
            <a:chOff x="4995600" y="2545225"/>
            <a:chExt cx="1194775" cy="1601775"/>
          </a:xfrm>
          <a:solidFill>
            <a:srgbClr val="605FA6"/>
          </a:solidFill>
        </p:grpSpPr>
        <p:cxnSp>
          <p:nvCxnSpPr>
            <p:cNvPr id="22" name="Google Shape;73;p15">
              <a:extLst>
                <a:ext uri="{FF2B5EF4-FFF2-40B4-BE49-F238E27FC236}">
                  <a16:creationId xmlns:a16="http://schemas.microsoft.com/office/drawing/2014/main" id="{C49C5228-E03C-7ED1-F3B9-0DFE8C1277DD}"/>
                </a:ext>
              </a:extLst>
            </p:cNvPr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74;p15">
              <a:extLst>
                <a:ext uri="{FF2B5EF4-FFF2-40B4-BE49-F238E27FC236}">
                  <a16:creationId xmlns:a16="http://schemas.microsoft.com/office/drawing/2014/main" id="{40DA009B-2494-3C4E-A03D-FADF94409D1A}"/>
                </a:ext>
              </a:extLst>
            </p:cNvPr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4" name="Google Shape;60;p15">
            <a:extLst>
              <a:ext uri="{FF2B5EF4-FFF2-40B4-BE49-F238E27FC236}">
                <a16:creationId xmlns:a16="http://schemas.microsoft.com/office/drawing/2014/main" id="{6A462997-47EC-EC3E-2159-9574C753C9C3}"/>
              </a:ext>
            </a:extLst>
          </p:cNvPr>
          <p:cNvGrpSpPr/>
          <p:nvPr/>
        </p:nvGrpSpPr>
        <p:grpSpPr>
          <a:xfrm rot="13018143" flipH="1">
            <a:off x="-1221139" y="2478242"/>
            <a:ext cx="2442276" cy="5060482"/>
            <a:chOff x="6176375" y="2540550"/>
            <a:chExt cx="826800" cy="1668325"/>
          </a:xfrm>
          <a:solidFill>
            <a:srgbClr val="58B3BD"/>
          </a:solidFill>
        </p:grpSpPr>
        <p:cxnSp>
          <p:nvCxnSpPr>
            <p:cNvPr id="25" name="Google Shape;61;p15">
              <a:extLst>
                <a:ext uri="{FF2B5EF4-FFF2-40B4-BE49-F238E27FC236}">
                  <a16:creationId xmlns:a16="http://schemas.microsoft.com/office/drawing/2014/main" id="{CABD8841-A2F6-39AA-7DB3-16C5B9D52469}"/>
                </a:ext>
              </a:extLst>
            </p:cNvPr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62;p15">
              <a:extLst>
                <a:ext uri="{FF2B5EF4-FFF2-40B4-BE49-F238E27FC236}">
                  <a16:creationId xmlns:a16="http://schemas.microsoft.com/office/drawing/2014/main" id="{E9842E21-FB41-04F6-1B06-765B4F73D010}"/>
                </a:ext>
              </a:extLst>
            </p:cNvPr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7" name="Google Shape;81;p15">
            <a:extLst>
              <a:ext uri="{FF2B5EF4-FFF2-40B4-BE49-F238E27FC236}">
                <a16:creationId xmlns:a16="http://schemas.microsoft.com/office/drawing/2014/main" id="{0DF0CCFC-4B7E-A3F2-4929-65CF0F27EC3C}"/>
              </a:ext>
            </a:extLst>
          </p:cNvPr>
          <p:cNvGrpSpPr/>
          <p:nvPr/>
        </p:nvGrpSpPr>
        <p:grpSpPr>
          <a:xfrm rot="15403300" flipH="1">
            <a:off x="3954823" y="-4726972"/>
            <a:ext cx="5878322" cy="5817805"/>
            <a:chOff x="6185500" y="1498650"/>
            <a:chExt cx="1042238" cy="1041800"/>
          </a:xfrm>
          <a:solidFill>
            <a:srgbClr val="4DA3C6"/>
          </a:solidFill>
        </p:grpSpPr>
        <p:cxnSp>
          <p:nvCxnSpPr>
            <p:cNvPr id="28" name="Google Shape;82;p15">
              <a:extLst>
                <a:ext uri="{FF2B5EF4-FFF2-40B4-BE49-F238E27FC236}">
                  <a16:creationId xmlns:a16="http://schemas.microsoft.com/office/drawing/2014/main" id="{87A961E3-6593-86A2-932F-9AFF2C4CE088}"/>
                </a:ext>
              </a:extLst>
            </p:cNvPr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Google Shape;83;p15">
              <a:extLst>
                <a:ext uri="{FF2B5EF4-FFF2-40B4-BE49-F238E27FC236}">
                  <a16:creationId xmlns:a16="http://schemas.microsoft.com/office/drawing/2014/main" id="{228E07FD-27AA-BA82-9D55-0DF868F69991}"/>
                </a:ext>
              </a:extLst>
            </p:cNvPr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1969962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Project Managemen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B831"/>
      </a:accent1>
      <a:accent2>
        <a:srgbClr val="FB8569"/>
      </a:accent2>
      <a:accent3>
        <a:srgbClr val="FB569C"/>
      </a:accent3>
      <a:accent4>
        <a:srgbClr val="E850E0"/>
      </a:accent4>
      <a:accent5>
        <a:srgbClr val="8225E2"/>
      </a:accent5>
      <a:accent6>
        <a:srgbClr val="9C27B0"/>
      </a:accent6>
      <a:hlink>
        <a:srgbClr val="FBB8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102</Words>
  <Application>Microsoft Office PowerPoint</Application>
  <PresentationFormat>Екран (16:9)</PresentationFormat>
  <Paragraphs>30</Paragraphs>
  <Slides>6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7" baseType="lpstr">
      <vt:lpstr>Project Management Infographics by Slidesgo</vt:lpstr>
      <vt:lpstr>SynoNum  Add the Numbers, Find the Words.  </vt:lpstr>
      <vt:lpstr>Our team</vt:lpstr>
      <vt:lpstr>About our project</vt:lpstr>
      <vt:lpstr>Our progress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Димана Г. Фотева</cp:lastModifiedBy>
  <cp:revision>89</cp:revision>
  <dcterms:modified xsi:type="dcterms:W3CDTF">2025-12-08T19:14:32Z</dcterms:modified>
</cp:coreProperties>
</file>